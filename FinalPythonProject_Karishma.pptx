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9" r:id="rId6"/>
    <p:sldId id="268" r:id="rId7"/>
    <p:sldId id="270" r:id="rId8"/>
    <p:sldId id="272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61" r:id="rId17"/>
    <p:sldId id="279" r:id="rId18"/>
    <p:sldId id="280" r:id="rId19"/>
    <p:sldId id="281" r:id="rId20"/>
    <p:sldId id="282" r:id="rId21"/>
    <p:sldId id="283" r:id="rId22"/>
    <p:sldId id="284" r:id="rId23"/>
    <p:sldId id="286" r:id="rId24"/>
    <p:sldId id="287" r:id="rId25"/>
    <p:sldId id="288" r:id="rId26"/>
    <p:sldId id="289" r:id="rId27"/>
    <p:sldId id="262" r:id="rId28"/>
    <p:sldId id="290" r:id="rId29"/>
    <p:sldId id="292" r:id="rId30"/>
    <p:sldId id="293" r:id="rId31"/>
    <p:sldId id="294" r:id="rId32"/>
    <p:sldId id="26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264" r:id="rId42"/>
    <p:sldId id="303" r:id="rId43"/>
    <p:sldId id="291" r:id="rId44"/>
    <p:sldId id="304" r:id="rId45"/>
    <p:sldId id="305" r:id="rId46"/>
    <p:sldId id="306" r:id="rId47"/>
    <p:sldId id="266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5919D-DDE6-4073-83D6-D6CD66745908}" v="43" dt="2025-05-01T02:22:11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45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shma Daxesh Parekh" userId="53f95c4c-aa2b-4962-a92b-9fe16dfd3d41" providerId="ADAL" clId="{5C55919D-DDE6-4073-83D6-D6CD66745908}"/>
    <pc:docChg chg="custSel modSld">
      <pc:chgData name="Karishma Daxesh Parekh" userId="53f95c4c-aa2b-4962-a92b-9fe16dfd3d41" providerId="ADAL" clId="{5C55919D-DDE6-4073-83D6-D6CD66745908}" dt="2025-05-01T02:24:08.904" v="154" actId="1582"/>
      <pc:docMkLst>
        <pc:docMk/>
      </pc:docMkLst>
      <pc:sldChg chg="modSp">
        <pc:chgData name="Karishma Daxesh Parekh" userId="53f95c4c-aa2b-4962-a92b-9fe16dfd3d41" providerId="ADAL" clId="{5C55919D-DDE6-4073-83D6-D6CD66745908}" dt="2025-05-01T02:18:31.658" v="13" actId="20577"/>
        <pc:sldMkLst>
          <pc:docMk/>
          <pc:sldMk cId="0" sldId="258"/>
        </pc:sldMkLst>
        <pc:graphicFrameChg chg="mod">
          <ac:chgData name="Karishma Daxesh Parekh" userId="53f95c4c-aa2b-4962-a92b-9fe16dfd3d41" providerId="ADAL" clId="{5C55919D-DDE6-4073-83D6-D6CD66745908}" dt="2025-05-01T02:18:31.658" v="13" actId="20577"/>
          <ac:graphicFrameMkLst>
            <pc:docMk/>
            <pc:sldMk cId="0" sldId="258"/>
            <ac:graphicFrameMk id="18" creationId="{99EF623E-2C08-B584-DDB4-4323B93CC9D6}"/>
          </ac:graphicFrameMkLst>
        </pc:graphicFrameChg>
      </pc:sldChg>
      <pc:sldChg chg="modSp">
        <pc:chgData name="Karishma Daxesh Parekh" userId="53f95c4c-aa2b-4962-a92b-9fe16dfd3d41" providerId="ADAL" clId="{5C55919D-DDE6-4073-83D6-D6CD66745908}" dt="2025-05-01T02:20:33.611" v="132" actId="20577"/>
        <pc:sldMkLst>
          <pc:docMk/>
          <pc:sldMk cId="0" sldId="261"/>
        </pc:sldMkLst>
        <pc:graphicFrameChg chg="mod">
          <ac:chgData name="Karishma Daxesh Parekh" userId="53f95c4c-aa2b-4962-a92b-9fe16dfd3d41" providerId="ADAL" clId="{5C55919D-DDE6-4073-83D6-D6CD66745908}" dt="2025-05-01T02:20:33.611" v="132" actId="20577"/>
          <ac:graphicFrameMkLst>
            <pc:docMk/>
            <pc:sldMk cId="0" sldId="261"/>
            <ac:graphicFrameMk id="5" creationId="{F2A20810-E563-3E3F-D311-B72F1B6B1EB6}"/>
          </ac:graphicFrameMkLst>
        </pc:graphicFrameChg>
      </pc:sldChg>
      <pc:sldChg chg="modSp mod">
        <pc:chgData name="Karishma Daxesh Parekh" userId="53f95c4c-aa2b-4962-a92b-9fe16dfd3d41" providerId="ADAL" clId="{5C55919D-DDE6-4073-83D6-D6CD66745908}" dt="2025-05-01T02:19:41.988" v="99" actId="1076"/>
        <pc:sldMkLst>
          <pc:docMk/>
          <pc:sldMk cId="2506007025" sldId="274"/>
        </pc:sldMkLst>
        <pc:spChg chg="mod">
          <ac:chgData name="Karishma Daxesh Parekh" userId="53f95c4c-aa2b-4962-a92b-9fe16dfd3d41" providerId="ADAL" clId="{5C55919D-DDE6-4073-83D6-D6CD66745908}" dt="2025-05-01T02:19:41.988" v="99" actId="1076"/>
          <ac:spMkLst>
            <pc:docMk/>
            <pc:sldMk cId="2506007025" sldId="274"/>
            <ac:spMk id="2" creationId="{318583C6-247A-1D83-5931-DC092DF51B6F}"/>
          </ac:spMkLst>
        </pc:spChg>
      </pc:sldChg>
      <pc:sldChg chg="modSp mod">
        <pc:chgData name="Karishma Daxesh Parekh" userId="53f95c4c-aa2b-4962-a92b-9fe16dfd3d41" providerId="ADAL" clId="{5C55919D-DDE6-4073-83D6-D6CD66745908}" dt="2025-05-01T02:20:07.720" v="104" actId="1076"/>
        <pc:sldMkLst>
          <pc:docMk/>
          <pc:sldMk cId="773554290" sldId="277"/>
        </pc:sldMkLst>
        <pc:spChg chg="mod">
          <ac:chgData name="Karishma Daxesh Parekh" userId="53f95c4c-aa2b-4962-a92b-9fe16dfd3d41" providerId="ADAL" clId="{5C55919D-DDE6-4073-83D6-D6CD66745908}" dt="2025-05-01T02:20:07.720" v="104" actId="1076"/>
          <ac:spMkLst>
            <pc:docMk/>
            <pc:sldMk cId="773554290" sldId="277"/>
            <ac:spMk id="2" creationId="{6D33ECE9-AA79-A13A-9C8D-510CCA9100C8}"/>
          </ac:spMkLst>
        </pc:spChg>
      </pc:sldChg>
      <pc:sldChg chg="addSp modSp mod">
        <pc:chgData name="Karishma Daxesh Parekh" userId="53f95c4c-aa2b-4962-a92b-9fe16dfd3d41" providerId="ADAL" clId="{5C55919D-DDE6-4073-83D6-D6CD66745908}" dt="2025-05-01T02:21:22.955" v="136" actId="1582"/>
        <pc:sldMkLst>
          <pc:docMk/>
          <pc:sldMk cId="3519434057" sldId="293"/>
        </pc:sldMkLst>
        <pc:spChg chg="add mod">
          <ac:chgData name="Karishma Daxesh Parekh" userId="53f95c4c-aa2b-4962-a92b-9fe16dfd3d41" providerId="ADAL" clId="{5C55919D-DDE6-4073-83D6-D6CD66745908}" dt="2025-05-01T02:21:22.955" v="136" actId="1582"/>
          <ac:spMkLst>
            <pc:docMk/>
            <pc:sldMk cId="3519434057" sldId="293"/>
            <ac:spMk id="3" creationId="{0E213E05-2833-A8E2-01EA-F8AB0AF94C31}"/>
          </ac:spMkLst>
        </pc:spChg>
      </pc:sldChg>
      <pc:sldChg chg="addSp modSp mod">
        <pc:chgData name="Karishma Daxesh Parekh" userId="53f95c4c-aa2b-4962-a92b-9fe16dfd3d41" providerId="ADAL" clId="{5C55919D-DDE6-4073-83D6-D6CD66745908}" dt="2025-05-01T02:22:20.809" v="146" actId="14100"/>
        <pc:sldMkLst>
          <pc:docMk/>
          <pc:sldMk cId="3963630584" sldId="295"/>
        </pc:sldMkLst>
        <pc:spChg chg="add mod">
          <ac:chgData name="Karishma Daxesh Parekh" userId="53f95c4c-aa2b-4962-a92b-9fe16dfd3d41" providerId="ADAL" clId="{5C55919D-DDE6-4073-83D6-D6CD66745908}" dt="2025-05-01T02:22:03.608" v="142" actId="1582"/>
          <ac:spMkLst>
            <pc:docMk/>
            <pc:sldMk cId="3963630584" sldId="295"/>
            <ac:spMk id="3" creationId="{CB1C8FFB-C69F-1B8E-9BEA-75DA31B72215}"/>
          </ac:spMkLst>
        </pc:spChg>
        <pc:spChg chg="add mod">
          <ac:chgData name="Karishma Daxesh Parekh" userId="53f95c4c-aa2b-4962-a92b-9fe16dfd3d41" providerId="ADAL" clId="{5C55919D-DDE6-4073-83D6-D6CD66745908}" dt="2025-05-01T02:22:20.809" v="146" actId="14100"/>
          <ac:spMkLst>
            <pc:docMk/>
            <pc:sldMk cId="3963630584" sldId="295"/>
            <ac:spMk id="5" creationId="{967E8FC2-B465-4F21-F238-DAFE0772A73C}"/>
          </ac:spMkLst>
        </pc:spChg>
      </pc:sldChg>
      <pc:sldChg chg="addSp modSp mod">
        <pc:chgData name="Karishma Daxesh Parekh" userId="53f95c4c-aa2b-4962-a92b-9fe16dfd3d41" providerId="ADAL" clId="{5C55919D-DDE6-4073-83D6-D6CD66745908}" dt="2025-05-01T02:24:08.904" v="154" actId="1582"/>
        <pc:sldMkLst>
          <pc:docMk/>
          <pc:sldMk cId="1860615769" sldId="301"/>
        </pc:sldMkLst>
        <pc:spChg chg="add mod">
          <ac:chgData name="Karishma Daxesh Parekh" userId="53f95c4c-aa2b-4962-a92b-9fe16dfd3d41" providerId="ADAL" clId="{5C55919D-DDE6-4073-83D6-D6CD66745908}" dt="2025-05-01T02:23:11.121" v="150" actId="1582"/>
          <ac:spMkLst>
            <pc:docMk/>
            <pc:sldMk cId="1860615769" sldId="301"/>
            <ac:spMk id="3" creationId="{029E3D66-F24D-536A-0FBB-B60D608E827D}"/>
          </ac:spMkLst>
        </pc:spChg>
        <pc:spChg chg="add mod">
          <ac:chgData name="Karishma Daxesh Parekh" userId="53f95c4c-aa2b-4962-a92b-9fe16dfd3d41" providerId="ADAL" clId="{5C55919D-DDE6-4073-83D6-D6CD66745908}" dt="2025-05-01T02:24:08.904" v="154" actId="1582"/>
          <ac:spMkLst>
            <pc:docMk/>
            <pc:sldMk cId="1860615769" sldId="301"/>
            <ac:spMk id="4" creationId="{B15C5DB9-113D-212F-B3CD-BE80FD91D8E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258E9-9514-41C8-A835-913D33D1DA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BF3A07E-181D-4303-BAEE-AA6C2262E9CD}">
      <dgm:prSet/>
      <dgm:spPr/>
      <dgm:t>
        <a:bodyPr/>
        <a:lstStyle/>
        <a:p>
          <a:r>
            <a:rPr lang="en-US" b="1" dirty="0"/>
            <a:t>Topic</a:t>
          </a:r>
          <a:r>
            <a:rPr lang="en-US" dirty="0"/>
            <a:t>: Tuberculosis (TB) Treatment Monitoring via DOTS</a:t>
          </a:r>
        </a:p>
      </dgm:t>
    </dgm:pt>
    <dgm:pt modelId="{90AAC09A-0E35-4FBE-8384-CF12389C9A2D}" type="parTrans" cxnId="{BC33BD92-B47C-462B-AB16-A03E9F35690B}">
      <dgm:prSet/>
      <dgm:spPr/>
      <dgm:t>
        <a:bodyPr/>
        <a:lstStyle/>
        <a:p>
          <a:endParaRPr lang="en-US"/>
        </a:p>
      </dgm:t>
    </dgm:pt>
    <dgm:pt modelId="{578B870B-B5F5-4B8E-885B-0773DF9CCA42}" type="sibTrans" cxnId="{BC33BD92-B47C-462B-AB16-A03E9F35690B}">
      <dgm:prSet/>
      <dgm:spPr/>
      <dgm:t>
        <a:bodyPr/>
        <a:lstStyle/>
        <a:p>
          <a:endParaRPr lang="en-US"/>
        </a:p>
      </dgm:t>
    </dgm:pt>
    <dgm:pt modelId="{3D506A93-8C97-4300-AC9D-9CC01D416FAE}">
      <dgm:prSet/>
      <dgm:spPr/>
      <dgm:t>
        <a:bodyPr/>
        <a:lstStyle/>
        <a:p>
          <a:r>
            <a:rPr lang="en-US" b="1" dirty="0"/>
            <a:t>Source: </a:t>
          </a:r>
          <a:r>
            <a:rPr lang="en-US" dirty="0"/>
            <a:t>Extended from SQL-based project dataset </a:t>
          </a:r>
        </a:p>
        <a:p>
          <a:r>
            <a:rPr lang="en-US" dirty="0"/>
            <a:t>Generated Dummy Dataset</a:t>
          </a:r>
        </a:p>
      </dgm:t>
    </dgm:pt>
    <dgm:pt modelId="{2E2F84E5-266B-40CA-85EC-2A5A7FA6B0D8}" type="parTrans" cxnId="{932CBF4F-F2A3-402E-B8E3-3CBB4A30CB57}">
      <dgm:prSet/>
      <dgm:spPr/>
      <dgm:t>
        <a:bodyPr/>
        <a:lstStyle/>
        <a:p>
          <a:endParaRPr lang="en-US"/>
        </a:p>
      </dgm:t>
    </dgm:pt>
    <dgm:pt modelId="{64078184-588B-4EC0-8391-D67FE63D38AC}" type="sibTrans" cxnId="{932CBF4F-F2A3-402E-B8E3-3CBB4A30CB57}">
      <dgm:prSet/>
      <dgm:spPr/>
      <dgm:t>
        <a:bodyPr/>
        <a:lstStyle/>
        <a:p>
          <a:endParaRPr lang="en-US"/>
        </a:p>
      </dgm:t>
    </dgm:pt>
    <dgm:pt modelId="{21AC4067-3FE9-467E-B60F-4EC3E7A82C0B}">
      <dgm:prSet/>
      <dgm:spPr/>
      <dgm:t>
        <a:bodyPr/>
        <a:lstStyle/>
        <a:p>
          <a:r>
            <a:rPr lang="en-US" b="1" dirty="0"/>
            <a:t>Goal: </a:t>
          </a:r>
          <a:r>
            <a:rPr lang="en-US" dirty="0"/>
            <a:t>Perform Descriptive and Inferential statistical and visual analysis using Python – NumPy, Pandas, Matplot &amp; SciPy</a:t>
          </a:r>
        </a:p>
      </dgm:t>
    </dgm:pt>
    <dgm:pt modelId="{8134612A-B3F8-468C-A17C-726D87FD7CD7}" type="parTrans" cxnId="{0D3A5816-CF7D-415E-94F0-6F095B8193A3}">
      <dgm:prSet/>
      <dgm:spPr/>
      <dgm:t>
        <a:bodyPr/>
        <a:lstStyle/>
        <a:p>
          <a:endParaRPr lang="en-US"/>
        </a:p>
      </dgm:t>
    </dgm:pt>
    <dgm:pt modelId="{9D57C3EB-6B3E-422D-A2BA-094C6C1072C6}" type="sibTrans" cxnId="{0D3A5816-CF7D-415E-94F0-6F095B8193A3}">
      <dgm:prSet/>
      <dgm:spPr/>
      <dgm:t>
        <a:bodyPr/>
        <a:lstStyle/>
        <a:p>
          <a:endParaRPr lang="en-US"/>
        </a:p>
      </dgm:t>
    </dgm:pt>
    <dgm:pt modelId="{85537E96-B92D-4AD8-8E7C-F7F895C3DF65}" type="pres">
      <dgm:prSet presAssocID="{84E258E9-9514-41C8-A835-913D33D1DA1A}" presName="root" presStyleCnt="0">
        <dgm:presLayoutVars>
          <dgm:dir/>
          <dgm:resizeHandles val="exact"/>
        </dgm:presLayoutVars>
      </dgm:prSet>
      <dgm:spPr/>
    </dgm:pt>
    <dgm:pt modelId="{3C24D5ED-79EF-4F5F-A30D-CA1017FDE961}" type="pres">
      <dgm:prSet presAssocID="{7BF3A07E-181D-4303-BAEE-AA6C2262E9CD}" presName="compNode" presStyleCnt="0"/>
      <dgm:spPr/>
    </dgm:pt>
    <dgm:pt modelId="{83A95747-41E4-4B86-A67C-B47F622C1D6D}" type="pres">
      <dgm:prSet presAssocID="{7BF3A07E-181D-4303-BAEE-AA6C2262E9CD}" presName="bgRect" presStyleLbl="bgShp" presStyleIdx="0" presStyleCnt="3"/>
      <dgm:spPr/>
    </dgm:pt>
    <dgm:pt modelId="{5EA1E2FA-657C-426F-BA78-3F6971A3993E}" type="pres">
      <dgm:prSet presAssocID="{7BF3A07E-181D-4303-BAEE-AA6C2262E9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st Aid Kit"/>
        </a:ext>
      </dgm:extLst>
    </dgm:pt>
    <dgm:pt modelId="{3F74AFD9-0155-4AFE-A87A-7DFAE47839C0}" type="pres">
      <dgm:prSet presAssocID="{7BF3A07E-181D-4303-BAEE-AA6C2262E9CD}" presName="spaceRect" presStyleCnt="0"/>
      <dgm:spPr/>
    </dgm:pt>
    <dgm:pt modelId="{B6AC2F15-F8BA-4F7F-ADB8-80C41046A8D5}" type="pres">
      <dgm:prSet presAssocID="{7BF3A07E-181D-4303-BAEE-AA6C2262E9CD}" presName="parTx" presStyleLbl="revTx" presStyleIdx="0" presStyleCnt="3">
        <dgm:presLayoutVars>
          <dgm:chMax val="0"/>
          <dgm:chPref val="0"/>
        </dgm:presLayoutVars>
      </dgm:prSet>
      <dgm:spPr/>
    </dgm:pt>
    <dgm:pt modelId="{D16CC392-E04D-41E4-805C-4897641D9510}" type="pres">
      <dgm:prSet presAssocID="{578B870B-B5F5-4B8E-885B-0773DF9CCA42}" presName="sibTrans" presStyleCnt="0"/>
      <dgm:spPr/>
    </dgm:pt>
    <dgm:pt modelId="{F6B88A90-87F7-4D3F-8721-CC48169E8415}" type="pres">
      <dgm:prSet presAssocID="{3D506A93-8C97-4300-AC9D-9CC01D416FAE}" presName="compNode" presStyleCnt="0"/>
      <dgm:spPr/>
    </dgm:pt>
    <dgm:pt modelId="{15F5B0C0-BA5B-48FC-AC04-09B49E4C3AD7}" type="pres">
      <dgm:prSet presAssocID="{3D506A93-8C97-4300-AC9D-9CC01D416FAE}" presName="bgRect" presStyleLbl="bgShp" presStyleIdx="1" presStyleCnt="3"/>
      <dgm:spPr/>
    </dgm:pt>
    <dgm:pt modelId="{576A4013-110B-4094-8893-4F128B3E2000}" type="pres">
      <dgm:prSet presAssocID="{3D506A93-8C97-4300-AC9D-9CC01D416F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4ED2D70-85B8-450F-97F1-9F701D5C0D01}" type="pres">
      <dgm:prSet presAssocID="{3D506A93-8C97-4300-AC9D-9CC01D416FAE}" presName="spaceRect" presStyleCnt="0"/>
      <dgm:spPr/>
    </dgm:pt>
    <dgm:pt modelId="{B8B77ADF-30AF-4720-ADA9-91A9DE66A7F0}" type="pres">
      <dgm:prSet presAssocID="{3D506A93-8C97-4300-AC9D-9CC01D416FAE}" presName="parTx" presStyleLbl="revTx" presStyleIdx="1" presStyleCnt="3">
        <dgm:presLayoutVars>
          <dgm:chMax val="0"/>
          <dgm:chPref val="0"/>
        </dgm:presLayoutVars>
      </dgm:prSet>
      <dgm:spPr/>
    </dgm:pt>
    <dgm:pt modelId="{FCADED29-F29C-4432-9AC1-7B2F5DF0E066}" type="pres">
      <dgm:prSet presAssocID="{64078184-588B-4EC0-8391-D67FE63D38AC}" presName="sibTrans" presStyleCnt="0"/>
      <dgm:spPr/>
    </dgm:pt>
    <dgm:pt modelId="{7B600AB2-CE6F-4F2E-BFE6-5E98F7B64E28}" type="pres">
      <dgm:prSet presAssocID="{21AC4067-3FE9-467E-B60F-4EC3E7A82C0B}" presName="compNode" presStyleCnt="0"/>
      <dgm:spPr/>
    </dgm:pt>
    <dgm:pt modelId="{5DBEA5A3-C88D-4ABD-8EDB-672D984113ED}" type="pres">
      <dgm:prSet presAssocID="{21AC4067-3FE9-467E-B60F-4EC3E7A82C0B}" presName="bgRect" presStyleLbl="bgShp" presStyleIdx="2" presStyleCnt="3"/>
      <dgm:spPr/>
    </dgm:pt>
    <dgm:pt modelId="{B739706E-55F1-408E-AE39-6E199F259223}" type="pres">
      <dgm:prSet presAssocID="{21AC4067-3FE9-467E-B60F-4EC3E7A82C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AF8AED2-8F96-417F-9D24-7340B4EF7F83}" type="pres">
      <dgm:prSet presAssocID="{21AC4067-3FE9-467E-B60F-4EC3E7A82C0B}" presName="spaceRect" presStyleCnt="0"/>
      <dgm:spPr/>
    </dgm:pt>
    <dgm:pt modelId="{AB243855-2748-4F81-AE56-321F1BD009B0}" type="pres">
      <dgm:prSet presAssocID="{21AC4067-3FE9-467E-B60F-4EC3E7A82C0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3A5816-CF7D-415E-94F0-6F095B8193A3}" srcId="{84E258E9-9514-41C8-A835-913D33D1DA1A}" destId="{21AC4067-3FE9-467E-B60F-4EC3E7A82C0B}" srcOrd="2" destOrd="0" parTransId="{8134612A-B3F8-468C-A17C-726D87FD7CD7}" sibTransId="{9D57C3EB-6B3E-422D-A2BA-094C6C1072C6}"/>
    <dgm:cxn modelId="{932CBF4F-F2A3-402E-B8E3-3CBB4A30CB57}" srcId="{84E258E9-9514-41C8-A835-913D33D1DA1A}" destId="{3D506A93-8C97-4300-AC9D-9CC01D416FAE}" srcOrd="1" destOrd="0" parTransId="{2E2F84E5-266B-40CA-85EC-2A5A7FA6B0D8}" sibTransId="{64078184-588B-4EC0-8391-D67FE63D38AC}"/>
    <dgm:cxn modelId="{BC33BD92-B47C-462B-AB16-A03E9F35690B}" srcId="{84E258E9-9514-41C8-A835-913D33D1DA1A}" destId="{7BF3A07E-181D-4303-BAEE-AA6C2262E9CD}" srcOrd="0" destOrd="0" parTransId="{90AAC09A-0E35-4FBE-8384-CF12389C9A2D}" sibTransId="{578B870B-B5F5-4B8E-885B-0773DF9CCA42}"/>
    <dgm:cxn modelId="{D22A949C-C3BB-4F94-B960-D3927BE2F77D}" type="presOf" srcId="{7BF3A07E-181D-4303-BAEE-AA6C2262E9CD}" destId="{B6AC2F15-F8BA-4F7F-ADB8-80C41046A8D5}" srcOrd="0" destOrd="0" presId="urn:microsoft.com/office/officeart/2018/2/layout/IconVerticalSolidList"/>
    <dgm:cxn modelId="{4AAA24D7-D5F7-417B-8480-3C8542245D4A}" type="presOf" srcId="{21AC4067-3FE9-467E-B60F-4EC3E7A82C0B}" destId="{AB243855-2748-4F81-AE56-321F1BD009B0}" srcOrd="0" destOrd="0" presId="urn:microsoft.com/office/officeart/2018/2/layout/IconVerticalSolidList"/>
    <dgm:cxn modelId="{47E250DD-3A9B-4D80-A0D2-D559695379A1}" type="presOf" srcId="{84E258E9-9514-41C8-A835-913D33D1DA1A}" destId="{85537E96-B92D-4AD8-8E7C-F7F895C3DF65}" srcOrd="0" destOrd="0" presId="urn:microsoft.com/office/officeart/2018/2/layout/IconVerticalSolidList"/>
    <dgm:cxn modelId="{02EB9AFA-052F-403E-9DA2-BE81F70EEDC2}" type="presOf" srcId="{3D506A93-8C97-4300-AC9D-9CC01D416FAE}" destId="{B8B77ADF-30AF-4720-ADA9-91A9DE66A7F0}" srcOrd="0" destOrd="0" presId="urn:microsoft.com/office/officeart/2018/2/layout/IconVerticalSolidList"/>
    <dgm:cxn modelId="{ADD822CC-3F50-493F-93A0-BC349AC6F8B3}" type="presParOf" srcId="{85537E96-B92D-4AD8-8E7C-F7F895C3DF65}" destId="{3C24D5ED-79EF-4F5F-A30D-CA1017FDE961}" srcOrd="0" destOrd="0" presId="urn:microsoft.com/office/officeart/2018/2/layout/IconVerticalSolidList"/>
    <dgm:cxn modelId="{797BFA78-D4FF-45D0-B449-5FDC1A2E0E63}" type="presParOf" srcId="{3C24D5ED-79EF-4F5F-A30D-CA1017FDE961}" destId="{83A95747-41E4-4B86-A67C-B47F622C1D6D}" srcOrd="0" destOrd="0" presId="urn:microsoft.com/office/officeart/2018/2/layout/IconVerticalSolidList"/>
    <dgm:cxn modelId="{243FA95E-12E1-42DD-B781-EEF1F48AE07B}" type="presParOf" srcId="{3C24D5ED-79EF-4F5F-A30D-CA1017FDE961}" destId="{5EA1E2FA-657C-426F-BA78-3F6971A3993E}" srcOrd="1" destOrd="0" presId="urn:microsoft.com/office/officeart/2018/2/layout/IconVerticalSolidList"/>
    <dgm:cxn modelId="{BBF12074-DCBD-46E5-A8B3-B1133CDF1B15}" type="presParOf" srcId="{3C24D5ED-79EF-4F5F-A30D-CA1017FDE961}" destId="{3F74AFD9-0155-4AFE-A87A-7DFAE47839C0}" srcOrd="2" destOrd="0" presId="urn:microsoft.com/office/officeart/2018/2/layout/IconVerticalSolidList"/>
    <dgm:cxn modelId="{1653B057-281D-4C4C-A2DB-820AE5FC218C}" type="presParOf" srcId="{3C24D5ED-79EF-4F5F-A30D-CA1017FDE961}" destId="{B6AC2F15-F8BA-4F7F-ADB8-80C41046A8D5}" srcOrd="3" destOrd="0" presId="urn:microsoft.com/office/officeart/2018/2/layout/IconVerticalSolidList"/>
    <dgm:cxn modelId="{BB093093-F999-4A1F-8BE5-43F897C9DDC8}" type="presParOf" srcId="{85537E96-B92D-4AD8-8E7C-F7F895C3DF65}" destId="{D16CC392-E04D-41E4-805C-4897641D9510}" srcOrd="1" destOrd="0" presId="urn:microsoft.com/office/officeart/2018/2/layout/IconVerticalSolidList"/>
    <dgm:cxn modelId="{5B99E277-DE80-467A-B338-37D27500D31B}" type="presParOf" srcId="{85537E96-B92D-4AD8-8E7C-F7F895C3DF65}" destId="{F6B88A90-87F7-4D3F-8721-CC48169E8415}" srcOrd="2" destOrd="0" presId="urn:microsoft.com/office/officeart/2018/2/layout/IconVerticalSolidList"/>
    <dgm:cxn modelId="{062048E1-1687-4BD9-891A-2B19C767C92E}" type="presParOf" srcId="{F6B88A90-87F7-4D3F-8721-CC48169E8415}" destId="{15F5B0C0-BA5B-48FC-AC04-09B49E4C3AD7}" srcOrd="0" destOrd="0" presId="urn:microsoft.com/office/officeart/2018/2/layout/IconVerticalSolidList"/>
    <dgm:cxn modelId="{33DF581B-A485-4553-9380-437EE3D6EB46}" type="presParOf" srcId="{F6B88A90-87F7-4D3F-8721-CC48169E8415}" destId="{576A4013-110B-4094-8893-4F128B3E2000}" srcOrd="1" destOrd="0" presId="urn:microsoft.com/office/officeart/2018/2/layout/IconVerticalSolidList"/>
    <dgm:cxn modelId="{AD4A1B3C-8A21-4FD5-8810-E8946EC53E88}" type="presParOf" srcId="{F6B88A90-87F7-4D3F-8721-CC48169E8415}" destId="{44ED2D70-85B8-450F-97F1-9F701D5C0D01}" srcOrd="2" destOrd="0" presId="urn:microsoft.com/office/officeart/2018/2/layout/IconVerticalSolidList"/>
    <dgm:cxn modelId="{E66B411A-F6E7-4450-9DB2-9533BF85907A}" type="presParOf" srcId="{F6B88A90-87F7-4D3F-8721-CC48169E8415}" destId="{B8B77ADF-30AF-4720-ADA9-91A9DE66A7F0}" srcOrd="3" destOrd="0" presId="urn:microsoft.com/office/officeart/2018/2/layout/IconVerticalSolidList"/>
    <dgm:cxn modelId="{BB7AAFF8-1E06-4D4B-A010-08C55388D788}" type="presParOf" srcId="{85537E96-B92D-4AD8-8E7C-F7F895C3DF65}" destId="{FCADED29-F29C-4432-9AC1-7B2F5DF0E066}" srcOrd="3" destOrd="0" presId="urn:microsoft.com/office/officeart/2018/2/layout/IconVerticalSolidList"/>
    <dgm:cxn modelId="{6BD8941F-DA6F-4A53-93F9-EC136C458BD7}" type="presParOf" srcId="{85537E96-B92D-4AD8-8E7C-F7F895C3DF65}" destId="{7B600AB2-CE6F-4F2E-BFE6-5E98F7B64E28}" srcOrd="4" destOrd="0" presId="urn:microsoft.com/office/officeart/2018/2/layout/IconVerticalSolidList"/>
    <dgm:cxn modelId="{3CACABB7-E48F-42E9-A657-E1655931FEF0}" type="presParOf" srcId="{7B600AB2-CE6F-4F2E-BFE6-5E98F7B64E28}" destId="{5DBEA5A3-C88D-4ABD-8EDB-672D984113ED}" srcOrd="0" destOrd="0" presId="urn:microsoft.com/office/officeart/2018/2/layout/IconVerticalSolidList"/>
    <dgm:cxn modelId="{0F4DE024-ED12-4586-8839-F026587824E8}" type="presParOf" srcId="{7B600AB2-CE6F-4F2E-BFE6-5E98F7B64E28}" destId="{B739706E-55F1-408E-AE39-6E199F259223}" srcOrd="1" destOrd="0" presId="urn:microsoft.com/office/officeart/2018/2/layout/IconVerticalSolidList"/>
    <dgm:cxn modelId="{F899901A-6C4A-4666-940C-8D1885C8F343}" type="presParOf" srcId="{7B600AB2-CE6F-4F2E-BFE6-5E98F7B64E28}" destId="{9AF8AED2-8F96-417F-9D24-7340B4EF7F83}" srcOrd="2" destOrd="0" presId="urn:microsoft.com/office/officeart/2018/2/layout/IconVerticalSolidList"/>
    <dgm:cxn modelId="{129102D9-ED4F-48DA-A263-3323F8828261}" type="presParOf" srcId="{7B600AB2-CE6F-4F2E-BFE6-5E98F7B64E28}" destId="{AB243855-2748-4F81-AE56-321F1BD009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70F97D-FE2E-42B0-AD74-3A7DEB37E97E}" type="doc">
      <dgm:prSet loTypeId="urn:microsoft.com/office/officeart/2009/3/layout/StepUpProcess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C58073-DD2C-41B2-855B-CE130DA828F4}">
      <dgm:prSet/>
      <dgm:spPr/>
      <dgm:t>
        <a:bodyPr/>
        <a:lstStyle/>
        <a:p>
          <a:pPr>
            <a:buNone/>
          </a:pPr>
          <a:r>
            <a:rPr lang="en-US" dirty="0"/>
            <a:t>Tables Used: </a:t>
          </a:r>
        </a:p>
      </dgm:t>
    </dgm:pt>
    <dgm:pt modelId="{4D3F043A-4BC9-4AB5-AE99-6DA9907DA530}" type="parTrans" cxnId="{3D107DEA-6A82-4B70-926B-9D61D9A81D2C}">
      <dgm:prSet/>
      <dgm:spPr/>
      <dgm:t>
        <a:bodyPr/>
        <a:lstStyle/>
        <a:p>
          <a:endParaRPr lang="en-US"/>
        </a:p>
      </dgm:t>
    </dgm:pt>
    <dgm:pt modelId="{CCDEEBC1-1260-4ACB-B2C9-E3DD98E46699}" type="sibTrans" cxnId="{3D107DEA-6A82-4B70-926B-9D61D9A81D2C}">
      <dgm:prSet/>
      <dgm:spPr/>
      <dgm:t>
        <a:bodyPr/>
        <a:lstStyle/>
        <a:p>
          <a:endParaRPr lang="en-US"/>
        </a:p>
      </dgm:t>
    </dgm:pt>
    <dgm:pt modelId="{C4BB0583-9048-4EA5-99D9-D82D6DD8172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Patient</a:t>
          </a:r>
        </a:p>
      </dgm:t>
    </dgm:pt>
    <dgm:pt modelId="{FEC4E789-5EEA-4D3E-8265-54770C988F16}" type="parTrans" cxnId="{21142821-E1E1-4049-BC68-E548C0B33A0C}">
      <dgm:prSet/>
      <dgm:spPr/>
      <dgm:t>
        <a:bodyPr/>
        <a:lstStyle/>
        <a:p>
          <a:endParaRPr lang="en-US"/>
        </a:p>
      </dgm:t>
    </dgm:pt>
    <dgm:pt modelId="{C7CFD3CA-6582-456F-8436-B0C712B03ABA}" type="sibTrans" cxnId="{21142821-E1E1-4049-BC68-E548C0B33A0C}">
      <dgm:prSet/>
      <dgm:spPr/>
      <dgm:t>
        <a:bodyPr/>
        <a:lstStyle/>
        <a:p>
          <a:endParaRPr lang="en-US"/>
        </a:p>
      </dgm:t>
    </dgm:pt>
    <dgm:pt modelId="{EE45F149-5B72-41B7-A035-522E19D68582}">
      <dgm:prSet/>
      <dgm:spPr/>
      <dgm:t>
        <a:bodyPr/>
        <a:lstStyle/>
        <a:p>
          <a:r>
            <a:rPr lang="en-US" dirty="0"/>
            <a:t>Observations: About 25 per table</a:t>
          </a:r>
        </a:p>
      </dgm:t>
    </dgm:pt>
    <dgm:pt modelId="{14AEE277-9D41-4D23-AE96-FF47345B68AE}" type="parTrans" cxnId="{B31119C2-0F5A-49E6-A5FF-7A159AD45CA5}">
      <dgm:prSet/>
      <dgm:spPr/>
      <dgm:t>
        <a:bodyPr/>
        <a:lstStyle/>
        <a:p>
          <a:endParaRPr lang="en-US"/>
        </a:p>
      </dgm:t>
    </dgm:pt>
    <dgm:pt modelId="{2C5C6861-EE2E-4F1B-8A43-A31323118EA3}" type="sibTrans" cxnId="{B31119C2-0F5A-49E6-A5FF-7A159AD45CA5}">
      <dgm:prSet/>
      <dgm:spPr/>
      <dgm:t>
        <a:bodyPr/>
        <a:lstStyle/>
        <a:p>
          <a:endParaRPr lang="en-US"/>
        </a:p>
      </dgm:t>
    </dgm:pt>
    <dgm:pt modelId="{60B4B840-6707-4FBC-B667-F8C8AFB061E5}">
      <dgm:prSet/>
      <dgm:spPr/>
      <dgm:t>
        <a:bodyPr/>
        <a:lstStyle/>
        <a:p>
          <a:r>
            <a:rPr lang="en-US" dirty="0"/>
            <a:t>Each table has about 5 columns</a:t>
          </a:r>
        </a:p>
      </dgm:t>
    </dgm:pt>
    <dgm:pt modelId="{98A58374-9199-476F-BEC7-4317CB9CEC5D}" type="parTrans" cxnId="{71034348-7263-46D7-B964-7F3CA7DC16B4}">
      <dgm:prSet/>
      <dgm:spPr/>
      <dgm:t>
        <a:bodyPr/>
        <a:lstStyle/>
        <a:p>
          <a:endParaRPr lang="en-US"/>
        </a:p>
      </dgm:t>
    </dgm:pt>
    <dgm:pt modelId="{019221A6-7F72-4B5C-A9B4-9769F5B5D974}" type="sibTrans" cxnId="{71034348-7263-46D7-B964-7F3CA7DC16B4}">
      <dgm:prSet/>
      <dgm:spPr/>
      <dgm:t>
        <a:bodyPr/>
        <a:lstStyle/>
        <a:p>
          <a:endParaRPr lang="en-US"/>
        </a:p>
      </dgm:t>
    </dgm:pt>
    <dgm:pt modelId="{EF999EA0-C0BC-4803-971B-A5AA0346736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 Diagnosis</a:t>
          </a:r>
        </a:p>
      </dgm:t>
    </dgm:pt>
    <dgm:pt modelId="{6CB8B349-24C2-4768-B29B-3102276CB832}" type="parTrans" cxnId="{BD3D374A-0E43-4CD3-8380-0F18D80A0054}">
      <dgm:prSet/>
      <dgm:spPr/>
      <dgm:t>
        <a:bodyPr/>
        <a:lstStyle/>
        <a:p>
          <a:endParaRPr lang="en-US"/>
        </a:p>
      </dgm:t>
    </dgm:pt>
    <dgm:pt modelId="{3E150D02-214E-4842-8BDB-B0192DAD0B98}" type="sibTrans" cxnId="{BD3D374A-0E43-4CD3-8380-0F18D80A0054}">
      <dgm:prSet/>
      <dgm:spPr/>
      <dgm:t>
        <a:bodyPr/>
        <a:lstStyle/>
        <a:p>
          <a:endParaRPr lang="en-US"/>
        </a:p>
      </dgm:t>
    </dgm:pt>
    <dgm:pt modelId="{B8C2E624-DED1-4A39-AE80-640B8604EF3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Treatment</a:t>
          </a:r>
        </a:p>
      </dgm:t>
    </dgm:pt>
    <dgm:pt modelId="{5F599BD2-3332-42E2-94C8-1961624F0E11}" type="parTrans" cxnId="{94D97B34-0FB3-432C-A80A-C523A5CDC906}">
      <dgm:prSet/>
      <dgm:spPr/>
      <dgm:t>
        <a:bodyPr/>
        <a:lstStyle/>
        <a:p>
          <a:endParaRPr lang="en-US"/>
        </a:p>
      </dgm:t>
    </dgm:pt>
    <dgm:pt modelId="{836EA3B0-F6F8-4947-B9D4-FD91C22FA35C}" type="sibTrans" cxnId="{94D97B34-0FB3-432C-A80A-C523A5CDC906}">
      <dgm:prSet/>
      <dgm:spPr/>
      <dgm:t>
        <a:bodyPr/>
        <a:lstStyle/>
        <a:p>
          <a:endParaRPr lang="en-US"/>
        </a:p>
      </dgm:t>
    </dgm:pt>
    <dgm:pt modelId="{E56F0A75-82A4-4305-8650-51688DDD33F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Outcome</a:t>
          </a:r>
        </a:p>
      </dgm:t>
    </dgm:pt>
    <dgm:pt modelId="{6E63E6B2-B23A-4B04-841D-843A17C904D8}" type="parTrans" cxnId="{942A4391-0A17-46BC-B1FD-FDE412E2F2A9}">
      <dgm:prSet/>
      <dgm:spPr/>
      <dgm:t>
        <a:bodyPr/>
        <a:lstStyle/>
        <a:p>
          <a:endParaRPr lang="en-US"/>
        </a:p>
      </dgm:t>
    </dgm:pt>
    <dgm:pt modelId="{F88B8C38-4030-4D5F-847B-22D5ECF3E252}" type="sibTrans" cxnId="{942A4391-0A17-46BC-B1FD-FDE412E2F2A9}">
      <dgm:prSet/>
      <dgm:spPr/>
      <dgm:t>
        <a:bodyPr/>
        <a:lstStyle/>
        <a:p>
          <a:endParaRPr lang="en-US"/>
        </a:p>
      </dgm:t>
    </dgm:pt>
    <dgm:pt modelId="{323CC580-71CD-4018-9F0C-64C659F34AB2}" type="pres">
      <dgm:prSet presAssocID="{BD70F97D-FE2E-42B0-AD74-3A7DEB37E97E}" presName="rootnode" presStyleCnt="0">
        <dgm:presLayoutVars>
          <dgm:chMax/>
          <dgm:chPref/>
          <dgm:dir/>
          <dgm:animLvl val="lvl"/>
        </dgm:presLayoutVars>
      </dgm:prSet>
      <dgm:spPr/>
    </dgm:pt>
    <dgm:pt modelId="{6CF12ED9-B0A7-4EB0-9078-4B0A57012F62}" type="pres">
      <dgm:prSet presAssocID="{ACC58073-DD2C-41B2-855B-CE130DA828F4}" presName="composite" presStyleCnt="0"/>
      <dgm:spPr/>
    </dgm:pt>
    <dgm:pt modelId="{031D4432-4189-4E59-A956-E26116678632}" type="pres">
      <dgm:prSet presAssocID="{ACC58073-DD2C-41B2-855B-CE130DA828F4}" presName="LShape" presStyleLbl="alignNode1" presStyleIdx="0" presStyleCnt="5"/>
      <dgm:spPr/>
    </dgm:pt>
    <dgm:pt modelId="{A9CC830E-B956-45B3-AB33-9EF6A82F71C2}" type="pres">
      <dgm:prSet presAssocID="{ACC58073-DD2C-41B2-855B-CE130DA828F4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A1B6EBF-0603-49E5-89FC-3D284CBD7EEF}" type="pres">
      <dgm:prSet presAssocID="{ACC58073-DD2C-41B2-855B-CE130DA828F4}" presName="Triangle" presStyleLbl="alignNode1" presStyleIdx="1" presStyleCnt="5"/>
      <dgm:spPr/>
    </dgm:pt>
    <dgm:pt modelId="{59A050EC-ADDC-40F7-A72C-E26F96C42F4B}" type="pres">
      <dgm:prSet presAssocID="{CCDEEBC1-1260-4ACB-B2C9-E3DD98E46699}" presName="sibTrans" presStyleCnt="0"/>
      <dgm:spPr/>
    </dgm:pt>
    <dgm:pt modelId="{5C552620-3C43-4A57-B7A6-EC68B0B9DAD3}" type="pres">
      <dgm:prSet presAssocID="{CCDEEBC1-1260-4ACB-B2C9-E3DD98E46699}" presName="space" presStyleCnt="0"/>
      <dgm:spPr/>
    </dgm:pt>
    <dgm:pt modelId="{17B18D16-9401-4A3D-B250-A7894894DC9C}" type="pres">
      <dgm:prSet presAssocID="{EE45F149-5B72-41B7-A035-522E19D68582}" presName="composite" presStyleCnt="0"/>
      <dgm:spPr/>
    </dgm:pt>
    <dgm:pt modelId="{A854A4AB-E33B-448A-90EC-10EC496E40AB}" type="pres">
      <dgm:prSet presAssocID="{EE45F149-5B72-41B7-A035-522E19D68582}" presName="LShape" presStyleLbl="alignNode1" presStyleIdx="2" presStyleCnt="5"/>
      <dgm:spPr/>
    </dgm:pt>
    <dgm:pt modelId="{9BF64235-B234-4A42-8313-C8B4557063A2}" type="pres">
      <dgm:prSet presAssocID="{EE45F149-5B72-41B7-A035-522E19D68582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C7A9F01-FD75-449C-AE96-8786A62B3893}" type="pres">
      <dgm:prSet presAssocID="{EE45F149-5B72-41B7-A035-522E19D68582}" presName="Triangle" presStyleLbl="alignNode1" presStyleIdx="3" presStyleCnt="5"/>
      <dgm:spPr/>
    </dgm:pt>
    <dgm:pt modelId="{30C2099C-BA39-48EC-AF29-567E6E2093C3}" type="pres">
      <dgm:prSet presAssocID="{2C5C6861-EE2E-4F1B-8A43-A31323118EA3}" presName="sibTrans" presStyleCnt="0"/>
      <dgm:spPr/>
    </dgm:pt>
    <dgm:pt modelId="{F7B284BA-8ECD-451B-AAF4-41C226EA8F74}" type="pres">
      <dgm:prSet presAssocID="{2C5C6861-EE2E-4F1B-8A43-A31323118EA3}" presName="space" presStyleCnt="0"/>
      <dgm:spPr/>
    </dgm:pt>
    <dgm:pt modelId="{EED40F76-EA76-430A-B458-BE385CF66E5D}" type="pres">
      <dgm:prSet presAssocID="{60B4B840-6707-4FBC-B667-F8C8AFB061E5}" presName="composite" presStyleCnt="0"/>
      <dgm:spPr/>
    </dgm:pt>
    <dgm:pt modelId="{9885B87F-1E97-499F-A0FB-8CE6C13B02FF}" type="pres">
      <dgm:prSet presAssocID="{60B4B840-6707-4FBC-B667-F8C8AFB061E5}" presName="LShape" presStyleLbl="alignNode1" presStyleIdx="4" presStyleCnt="5"/>
      <dgm:spPr/>
    </dgm:pt>
    <dgm:pt modelId="{BCCC2D2D-AAAA-411B-9D9E-EEBD4780C320}" type="pres">
      <dgm:prSet presAssocID="{60B4B840-6707-4FBC-B667-F8C8AFB061E5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5895D20-FCE6-4205-A97D-AB05C2FAA91A}" type="presOf" srcId="{EE45F149-5B72-41B7-A035-522E19D68582}" destId="{9BF64235-B234-4A42-8313-C8B4557063A2}" srcOrd="0" destOrd="0" presId="urn:microsoft.com/office/officeart/2009/3/layout/StepUpProcess"/>
    <dgm:cxn modelId="{21142821-E1E1-4049-BC68-E548C0B33A0C}" srcId="{ACC58073-DD2C-41B2-855B-CE130DA828F4}" destId="{C4BB0583-9048-4EA5-99D9-D82D6DD81724}" srcOrd="0" destOrd="0" parTransId="{FEC4E789-5EEA-4D3E-8265-54770C988F16}" sibTransId="{C7CFD3CA-6582-456F-8436-B0C712B03ABA}"/>
    <dgm:cxn modelId="{6D41B024-7E19-42ED-B963-33CBEC9EDA75}" type="presOf" srcId="{C4BB0583-9048-4EA5-99D9-D82D6DD81724}" destId="{A9CC830E-B956-45B3-AB33-9EF6A82F71C2}" srcOrd="0" destOrd="1" presId="urn:microsoft.com/office/officeart/2009/3/layout/StepUpProcess"/>
    <dgm:cxn modelId="{3F20592E-FD6C-46FC-859F-1DE7FFEA6DE7}" type="presOf" srcId="{60B4B840-6707-4FBC-B667-F8C8AFB061E5}" destId="{BCCC2D2D-AAAA-411B-9D9E-EEBD4780C320}" srcOrd="0" destOrd="0" presId="urn:microsoft.com/office/officeart/2009/3/layout/StepUpProcess"/>
    <dgm:cxn modelId="{94D97B34-0FB3-432C-A80A-C523A5CDC906}" srcId="{ACC58073-DD2C-41B2-855B-CE130DA828F4}" destId="{B8C2E624-DED1-4A39-AE80-640B8604EF38}" srcOrd="2" destOrd="0" parTransId="{5F599BD2-3332-42E2-94C8-1961624F0E11}" sibTransId="{836EA3B0-F6F8-4947-B9D4-FD91C22FA35C}"/>
    <dgm:cxn modelId="{7CECC440-BC3D-441A-9AD0-1F9FA965D1F5}" type="presOf" srcId="{EF999EA0-C0BC-4803-971B-A5AA03467364}" destId="{A9CC830E-B956-45B3-AB33-9EF6A82F71C2}" srcOrd="0" destOrd="2" presId="urn:microsoft.com/office/officeart/2009/3/layout/StepUpProcess"/>
    <dgm:cxn modelId="{71034348-7263-46D7-B964-7F3CA7DC16B4}" srcId="{BD70F97D-FE2E-42B0-AD74-3A7DEB37E97E}" destId="{60B4B840-6707-4FBC-B667-F8C8AFB061E5}" srcOrd="2" destOrd="0" parTransId="{98A58374-9199-476F-BEC7-4317CB9CEC5D}" sibTransId="{019221A6-7F72-4B5C-A9B4-9769F5B5D974}"/>
    <dgm:cxn modelId="{BD3D374A-0E43-4CD3-8380-0F18D80A0054}" srcId="{ACC58073-DD2C-41B2-855B-CE130DA828F4}" destId="{EF999EA0-C0BC-4803-971B-A5AA03467364}" srcOrd="1" destOrd="0" parTransId="{6CB8B349-24C2-4768-B29B-3102276CB832}" sibTransId="{3E150D02-214E-4842-8BDB-B0192DAD0B98}"/>
    <dgm:cxn modelId="{48B9FF89-EBFB-490F-9289-75156EEB7AD2}" type="presOf" srcId="{BD70F97D-FE2E-42B0-AD74-3A7DEB37E97E}" destId="{323CC580-71CD-4018-9F0C-64C659F34AB2}" srcOrd="0" destOrd="0" presId="urn:microsoft.com/office/officeart/2009/3/layout/StepUpProcess"/>
    <dgm:cxn modelId="{942A4391-0A17-46BC-B1FD-FDE412E2F2A9}" srcId="{ACC58073-DD2C-41B2-855B-CE130DA828F4}" destId="{E56F0A75-82A4-4305-8650-51688DDD33FF}" srcOrd="3" destOrd="0" parTransId="{6E63E6B2-B23A-4B04-841D-843A17C904D8}" sibTransId="{F88B8C38-4030-4D5F-847B-22D5ECF3E252}"/>
    <dgm:cxn modelId="{B34032A9-8950-472B-8625-D505B38EED96}" type="presOf" srcId="{B8C2E624-DED1-4A39-AE80-640B8604EF38}" destId="{A9CC830E-B956-45B3-AB33-9EF6A82F71C2}" srcOrd="0" destOrd="3" presId="urn:microsoft.com/office/officeart/2009/3/layout/StepUpProcess"/>
    <dgm:cxn modelId="{6C6652AC-E8FA-4D0F-B4B2-4BD02534445B}" type="presOf" srcId="{E56F0A75-82A4-4305-8650-51688DDD33FF}" destId="{A9CC830E-B956-45B3-AB33-9EF6A82F71C2}" srcOrd="0" destOrd="4" presId="urn:microsoft.com/office/officeart/2009/3/layout/StepUpProcess"/>
    <dgm:cxn modelId="{19726AB3-3AD7-41D1-868A-0D5AFC471FF1}" type="presOf" srcId="{ACC58073-DD2C-41B2-855B-CE130DA828F4}" destId="{A9CC830E-B956-45B3-AB33-9EF6A82F71C2}" srcOrd="0" destOrd="0" presId="urn:microsoft.com/office/officeart/2009/3/layout/StepUpProcess"/>
    <dgm:cxn modelId="{B31119C2-0F5A-49E6-A5FF-7A159AD45CA5}" srcId="{BD70F97D-FE2E-42B0-AD74-3A7DEB37E97E}" destId="{EE45F149-5B72-41B7-A035-522E19D68582}" srcOrd="1" destOrd="0" parTransId="{14AEE277-9D41-4D23-AE96-FF47345B68AE}" sibTransId="{2C5C6861-EE2E-4F1B-8A43-A31323118EA3}"/>
    <dgm:cxn modelId="{3D107DEA-6A82-4B70-926B-9D61D9A81D2C}" srcId="{BD70F97D-FE2E-42B0-AD74-3A7DEB37E97E}" destId="{ACC58073-DD2C-41B2-855B-CE130DA828F4}" srcOrd="0" destOrd="0" parTransId="{4D3F043A-4BC9-4AB5-AE99-6DA9907DA530}" sibTransId="{CCDEEBC1-1260-4ACB-B2C9-E3DD98E46699}"/>
    <dgm:cxn modelId="{4A05AD97-7EA5-4B35-ABC1-F3C9CFC6CDFE}" type="presParOf" srcId="{323CC580-71CD-4018-9F0C-64C659F34AB2}" destId="{6CF12ED9-B0A7-4EB0-9078-4B0A57012F62}" srcOrd="0" destOrd="0" presId="urn:microsoft.com/office/officeart/2009/3/layout/StepUpProcess"/>
    <dgm:cxn modelId="{A66FD3E7-26F2-42AF-A2A9-20B1574EB9D1}" type="presParOf" srcId="{6CF12ED9-B0A7-4EB0-9078-4B0A57012F62}" destId="{031D4432-4189-4E59-A956-E26116678632}" srcOrd="0" destOrd="0" presId="urn:microsoft.com/office/officeart/2009/3/layout/StepUpProcess"/>
    <dgm:cxn modelId="{A98D0486-E023-46BD-83A1-D1C3145B06E9}" type="presParOf" srcId="{6CF12ED9-B0A7-4EB0-9078-4B0A57012F62}" destId="{A9CC830E-B956-45B3-AB33-9EF6A82F71C2}" srcOrd="1" destOrd="0" presId="urn:microsoft.com/office/officeart/2009/3/layout/StepUpProcess"/>
    <dgm:cxn modelId="{B3E2ED38-90BD-45AF-90DF-D7365739B6BE}" type="presParOf" srcId="{6CF12ED9-B0A7-4EB0-9078-4B0A57012F62}" destId="{6A1B6EBF-0603-49E5-89FC-3D284CBD7EEF}" srcOrd="2" destOrd="0" presId="urn:microsoft.com/office/officeart/2009/3/layout/StepUpProcess"/>
    <dgm:cxn modelId="{B723AF03-C84B-4FB8-903A-EB7D1BF35267}" type="presParOf" srcId="{323CC580-71CD-4018-9F0C-64C659F34AB2}" destId="{59A050EC-ADDC-40F7-A72C-E26F96C42F4B}" srcOrd="1" destOrd="0" presId="urn:microsoft.com/office/officeart/2009/3/layout/StepUpProcess"/>
    <dgm:cxn modelId="{4B1537D9-FB85-4321-A220-3303DA2C6B2B}" type="presParOf" srcId="{59A050EC-ADDC-40F7-A72C-E26F96C42F4B}" destId="{5C552620-3C43-4A57-B7A6-EC68B0B9DAD3}" srcOrd="0" destOrd="0" presId="urn:microsoft.com/office/officeart/2009/3/layout/StepUpProcess"/>
    <dgm:cxn modelId="{9D4A057F-084E-487A-A296-CA5D62D0C1B3}" type="presParOf" srcId="{323CC580-71CD-4018-9F0C-64C659F34AB2}" destId="{17B18D16-9401-4A3D-B250-A7894894DC9C}" srcOrd="2" destOrd="0" presId="urn:microsoft.com/office/officeart/2009/3/layout/StepUpProcess"/>
    <dgm:cxn modelId="{0C8F1D03-C5F5-433F-A902-AB23894CE889}" type="presParOf" srcId="{17B18D16-9401-4A3D-B250-A7894894DC9C}" destId="{A854A4AB-E33B-448A-90EC-10EC496E40AB}" srcOrd="0" destOrd="0" presId="urn:microsoft.com/office/officeart/2009/3/layout/StepUpProcess"/>
    <dgm:cxn modelId="{0AEBF6C0-9C4F-417A-B3E3-01D538E9C16A}" type="presParOf" srcId="{17B18D16-9401-4A3D-B250-A7894894DC9C}" destId="{9BF64235-B234-4A42-8313-C8B4557063A2}" srcOrd="1" destOrd="0" presId="urn:microsoft.com/office/officeart/2009/3/layout/StepUpProcess"/>
    <dgm:cxn modelId="{A827B2C0-6D25-440B-A77D-9625F38EC318}" type="presParOf" srcId="{17B18D16-9401-4A3D-B250-A7894894DC9C}" destId="{DC7A9F01-FD75-449C-AE96-8786A62B3893}" srcOrd="2" destOrd="0" presId="urn:microsoft.com/office/officeart/2009/3/layout/StepUpProcess"/>
    <dgm:cxn modelId="{89A9680A-B082-4792-AFE5-3DBF1058B778}" type="presParOf" srcId="{323CC580-71CD-4018-9F0C-64C659F34AB2}" destId="{30C2099C-BA39-48EC-AF29-567E6E2093C3}" srcOrd="3" destOrd="0" presId="urn:microsoft.com/office/officeart/2009/3/layout/StepUpProcess"/>
    <dgm:cxn modelId="{3B9CCE13-9BB8-42CE-99D5-0CE1A0D592BF}" type="presParOf" srcId="{30C2099C-BA39-48EC-AF29-567E6E2093C3}" destId="{F7B284BA-8ECD-451B-AAF4-41C226EA8F74}" srcOrd="0" destOrd="0" presId="urn:microsoft.com/office/officeart/2009/3/layout/StepUpProcess"/>
    <dgm:cxn modelId="{0AF2406B-DD7F-4D8A-8272-1BD999B8C5AD}" type="presParOf" srcId="{323CC580-71CD-4018-9F0C-64C659F34AB2}" destId="{EED40F76-EA76-430A-B458-BE385CF66E5D}" srcOrd="4" destOrd="0" presId="urn:microsoft.com/office/officeart/2009/3/layout/StepUpProcess"/>
    <dgm:cxn modelId="{73A22879-0128-446A-B961-A08B33B83DAF}" type="presParOf" srcId="{EED40F76-EA76-430A-B458-BE385CF66E5D}" destId="{9885B87F-1E97-499F-A0FB-8CE6C13B02FF}" srcOrd="0" destOrd="0" presId="urn:microsoft.com/office/officeart/2009/3/layout/StepUpProcess"/>
    <dgm:cxn modelId="{68DFF9F1-59AE-476B-943C-EA81AFBA3F73}" type="presParOf" srcId="{EED40F76-EA76-430A-B458-BE385CF66E5D}" destId="{BCCC2D2D-AAAA-411B-9D9E-EEBD4780C32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BA6C5F-2162-4FD2-8F10-D6BD4161AB50}" type="doc">
      <dgm:prSet loTypeId="urn:microsoft.com/office/officeart/2005/8/layout/chevronAccent+Icon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4D8ABD-47E2-4809-8800-51D7A39381D3}">
      <dgm:prSet/>
      <dgm:spPr/>
      <dgm:t>
        <a:bodyPr/>
        <a:lstStyle/>
        <a:p>
          <a:r>
            <a:rPr lang="en-US" baseline="0"/>
            <a:t>Imported the modified dataset using pandas from CSV</a:t>
          </a:r>
          <a:endParaRPr lang="en-US"/>
        </a:p>
      </dgm:t>
    </dgm:pt>
    <dgm:pt modelId="{59CFEA56-6691-4847-832C-CDFDDA4A91BD}" type="parTrans" cxnId="{4ED63E55-B5D0-455F-8C10-E14805BBD55A}">
      <dgm:prSet/>
      <dgm:spPr/>
      <dgm:t>
        <a:bodyPr/>
        <a:lstStyle/>
        <a:p>
          <a:endParaRPr lang="en-US"/>
        </a:p>
      </dgm:t>
    </dgm:pt>
    <dgm:pt modelId="{B54CFCC6-43D0-4649-9DAF-ABB8D9B4FF3B}" type="sibTrans" cxnId="{4ED63E55-B5D0-455F-8C10-E14805BBD55A}">
      <dgm:prSet/>
      <dgm:spPr/>
      <dgm:t>
        <a:bodyPr/>
        <a:lstStyle/>
        <a:p>
          <a:endParaRPr lang="en-US"/>
        </a:p>
      </dgm:t>
    </dgm:pt>
    <dgm:pt modelId="{D5847E67-3210-496E-A4AD-FFA21F711E05}">
      <dgm:prSet/>
      <dgm:spPr/>
      <dgm:t>
        <a:bodyPr/>
        <a:lstStyle/>
        <a:p>
          <a:r>
            <a:rPr lang="en-US" baseline="0" dirty="0"/>
            <a:t>Checked for missing values and duplicates</a:t>
          </a:r>
          <a:endParaRPr lang="en-US" dirty="0"/>
        </a:p>
      </dgm:t>
    </dgm:pt>
    <dgm:pt modelId="{4D3030AA-3DDC-45BE-A5AF-222C348FD12B}" type="parTrans" cxnId="{FB9FB515-9A48-452B-A01A-51CD2051F195}">
      <dgm:prSet/>
      <dgm:spPr/>
      <dgm:t>
        <a:bodyPr/>
        <a:lstStyle/>
        <a:p>
          <a:endParaRPr lang="en-US"/>
        </a:p>
      </dgm:t>
    </dgm:pt>
    <dgm:pt modelId="{9AD74410-BEC0-4745-970B-F79111817EA7}" type="sibTrans" cxnId="{FB9FB515-9A48-452B-A01A-51CD2051F195}">
      <dgm:prSet/>
      <dgm:spPr/>
      <dgm:t>
        <a:bodyPr/>
        <a:lstStyle/>
        <a:p>
          <a:endParaRPr lang="en-US"/>
        </a:p>
      </dgm:t>
    </dgm:pt>
    <dgm:pt modelId="{3B547451-54C4-49F5-86E8-5EAE7CE69E33}">
      <dgm:prSet/>
      <dgm:spPr/>
      <dgm:t>
        <a:bodyPr/>
        <a:lstStyle/>
        <a:p>
          <a:r>
            <a:rPr lang="en-US" baseline="0" dirty="0"/>
            <a:t>Resetting the Index</a:t>
          </a:r>
          <a:endParaRPr lang="en-US" dirty="0"/>
        </a:p>
      </dgm:t>
    </dgm:pt>
    <dgm:pt modelId="{D60D3CDE-5D0A-4598-93B7-E243B66842DC}" type="parTrans" cxnId="{AB689D19-8C26-4058-918F-4CB813570975}">
      <dgm:prSet/>
      <dgm:spPr/>
      <dgm:t>
        <a:bodyPr/>
        <a:lstStyle/>
        <a:p>
          <a:endParaRPr lang="en-US"/>
        </a:p>
      </dgm:t>
    </dgm:pt>
    <dgm:pt modelId="{8ACE7C49-EE58-49A9-A041-D8C9FCE584CE}" type="sibTrans" cxnId="{AB689D19-8C26-4058-918F-4CB813570975}">
      <dgm:prSet/>
      <dgm:spPr/>
      <dgm:t>
        <a:bodyPr/>
        <a:lstStyle/>
        <a:p>
          <a:endParaRPr lang="en-US"/>
        </a:p>
      </dgm:t>
    </dgm:pt>
    <dgm:pt modelId="{149CEB8C-9943-449C-91FD-41036BFF564C}" type="pres">
      <dgm:prSet presAssocID="{D2BA6C5F-2162-4FD2-8F10-D6BD4161AB50}" presName="Name0" presStyleCnt="0">
        <dgm:presLayoutVars>
          <dgm:dir/>
          <dgm:resizeHandles val="exact"/>
        </dgm:presLayoutVars>
      </dgm:prSet>
      <dgm:spPr/>
    </dgm:pt>
    <dgm:pt modelId="{A5F791A2-0B69-456E-9863-1216D8E3941C}" type="pres">
      <dgm:prSet presAssocID="{4F4D8ABD-47E2-4809-8800-51D7A39381D3}" presName="composite" presStyleCnt="0"/>
      <dgm:spPr/>
    </dgm:pt>
    <dgm:pt modelId="{6BAB0E89-4A82-48C2-B923-84A8D3D1E707}" type="pres">
      <dgm:prSet presAssocID="{4F4D8ABD-47E2-4809-8800-51D7A39381D3}" presName="bgChev" presStyleLbl="node1" presStyleIdx="0" presStyleCnt="3"/>
      <dgm:spPr/>
    </dgm:pt>
    <dgm:pt modelId="{3BDFDAF6-8773-46FF-A7F7-3521D85B614E}" type="pres">
      <dgm:prSet presAssocID="{4F4D8ABD-47E2-4809-8800-51D7A39381D3}" presName="txNode" presStyleLbl="fgAcc1" presStyleIdx="0" presStyleCnt="3">
        <dgm:presLayoutVars>
          <dgm:bulletEnabled val="1"/>
        </dgm:presLayoutVars>
      </dgm:prSet>
      <dgm:spPr/>
    </dgm:pt>
    <dgm:pt modelId="{B9B11339-C832-453F-9030-3CDEB0F89D47}" type="pres">
      <dgm:prSet presAssocID="{B54CFCC6-43D0-4649-9DAF-ABB8D9B4FF3B}" presName="compositeSpace" presStyleCnt="0"/>
      <dgm:spPr/>
    </dgm:pt>
    <dgm:pt modelId="{88C14708-3B48-481D-8754-4B7E72D06296}" type="pres">
      <dgm:prSet presAssocID="{D5847E67-3210-496E-A4AD-FFA21F711E05}" presName="composite" presStyleCnt="0"/>
      <dgm:spPr/>
    </dgm:pt>
    <dgm:pt modelId="{8D937804-6C03-4D13-8234-83E706F6949C}" type="pres">
      <dgm:prSet presAssocID="{D5847E67-3210-496E-A4AD-FFA21F711E05}" presName="bgChev" presStyleLbl="node1" presStyleIdx="1" presStyleCnt="3"/>
      <dgm:spPr/>
    </dgm:pt>
    <dgm:pt modelId="{D6F39941-CB4C-4CFA-BCA3-A70AAE733C9D}" type="pres">
      <dgm:prSet presAssocID="{D5847E67-3210-496E-A4AD-FFA21F711E05}" presName="txNode" presStyleLbl="fgAcc1" presStyleIdx="1" presStyleCnt="3">
        <dgm:presLayoutVars>
          <dgm:bulletEnabled val="1"/>
        </dgm:presLayoutVars>
      </dgm:prSet>
      <dgm:spPr/>
    </dgm:pt>
    <dgm:pt modelId="{4A8202F3-6148-42B9-88AD-911179CDAB56}" type="pres">
      <dgm:prSet presAssocID="{9AD74410-BEC0-4745-970B-F79111817EA7}" presName="compositeSpace" presStyleCnt="0"/>
      <dgm:spPr/>
    </dgm:pt>
    <dgm:pt modelId="{CC093945-A844-48DA-BF7E-27872F00217F}" type="pres">
      <dgm:prSet presAssocID="{3B547451-54C4-49F5-86E8-5EAE7CE69E33}" presName="composite" presStyleCnt="0"/>
      <dgm:spPr/>
    </dgm:pt>
    <dgm:pt modelId="{1276AE73-26C2-42BD-A65D-E44F37676AC4}" type="pres">
      <dgm:prSet presAssocID="{3B547451-54C4-49F5-86E8-5EAE7CE69E33}" presName="bgChev" presStyleLbl="node1" presStyleIdx="2" presStyleCnt="3"/>
      <dgm:spPr/>
    </dgm:pt>
    <dgm:pt modelId="{66A316C6-04B4-47D8-B2A3-CD2AE664AABA}" type="pres">
      <dgm:prSet presAssocID="{3B547451-54C4-49F5-86E8-5EAE7CE69E3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07301D04-FD86-4880-84B9-6DEDC9FE3545}" type="presOf" srcId="{D5847E67-3210-496E-A4AD-FFA21F711E05}" destId="{D6F39941-CB4C-4CFA-BCA3-A70AAE733C9D}" srcOrd="0" destOrd="0" presId="urn:microsoft.com/office/officeart/2005/8/layout/chevronAccent+Icon"/>
    <dgm:cxn modelId="{FB9FB515-9A48-452B-A01A-51CD2051F195}" srcId="{D2BA6C5F-2162-4FD2-8F10-D6BD4161AB50}" destId="{D5847E67-3210-496E-A4AD-FFA21F711E05}" srcOrd="1" destOrd="0" parTransId="{4D3030AA-3DDC-45BE-A5AF-222C348FD12B}" sibTransId="{9AD74410-BEC0-4745-970B-F79111817EA7}"/>
    <dgm:cxn modelId="{AB689D19-8C26-4058-918F-4CB813570975}" srcId="{D2BA6C5F-2162-4FD2-8F10-D6BD4161AB50}" destId="{3B547451-54C4-49F5-86E8-5EAE7CE69E33}" srcOrd="2" destOrd="0" parTransId="{D60D3CDE-5D0A-4598-93B7-E243B66842DC}" sibTransId="{8ACE7C49-EE58-49A9-A041-D8C9FCE584CE}"/>
    <dgm:cxn modelId="{A1C7671F-062C-4BC6-8594-AB9F2DA5FCB1}" type="presOf" srcId="{4F4D8ABD-47E2-4809-8800-51D7A39381D3}" destId="{3BDFDAF6-8773-46FF-A7F7-3521D85B614E}" srcOrd="0" destOrd="0" presId="urn:microsoft.com/office/officeart/2005/8/layout/chevronAccent+Icon"/>
    <dgm:cxn modelId="{4ED63E55-B5D0-455F-8C10-E14805BBD55A}" srcId="{D2BA6C5F-2162-4FD2-8F10-D6BD4161AB50}" destId="{4F4D8ABD-47E2-4809-8800-51D7A39381D3}" srcOrd="0" destOrd="0" parTransId="{59CFEA56-6691-4847-832C-CDFDDA4A91BD}" sibTransId="{B54CFCC6-43D0-4649-9DAF-ABB8D9B4FF3B}"/>
    <dgm:cxn modelId="{BF65EE7A-DA03-4535-A75D-895874522B16}" type="presOf" srcId="{D2BA6C5F-2162-4FD2-8F10-D6BD4161AB50}" destId="{149CEB8C-9943-449C-91FD-41036BFF564C}" srcOrd="0" destOrd="0" presId="urn:microsoft.com/office/officeart/2005/8/layout/chevronAccent+Icon"/>
    <dgm:cxn modelId="{F524BAF1-AE4B-44F0-8646-AFA9455E881A}" type="presOf" srcId="{3B547451-54C4-49F5-86E8-5EAE7CE69E33}" destId="{66A316C6-04B4-47D8-B2A3-CD2AE664AABA}" srcOrd="0" destOrd="0" presId="urn:microsoft.com/office/officeart/2005/8/layout/chevronAccent+Icon"/>
    <dgm:cxn modelId="{478F6FB6-A5C7-4C51-9660-09204694E381}" type="presParOf" srcId="{149CEB8C-9943-449C-91FD-41036BFF564C}" destId="{A5F791A2-0B69-456E-9863-1216D8E3941C}" srcOrd="0" destOrd="0" presId="urn:microsoft.com/office/officeart/2005/8/layout/chevronAccent+Icon"/>
    <dgm:cxn modelId="{594D58E9-8C55-40AB-B884-E13A229046FB}" type="presParOf" srcId="{A5F791A2-0B69-456E-9863-1216D8E3941C}" destId="{6BAB0E89-4A82-48C2-B923-84A8D3D1E707}" srcOrd="0" destOrd="0" presId="urn:microsoft.com/office/officeart/2005/8/layout/chevronAccent+Icon"/>
    <dgm:cxn modelId="{60286CBA-4563-4CAA-B878-772D432857F0}" type="presParOf" srcId="{A5F791A2-0B69-456E-9863-1216D8E3941C}" destId="{3BDFDAF6-8773-46FF-A7F7-3521D85B614E}" srcOrd="1" destOrd="0" presId="urn:microsoft.com/office/officeart/2005/8/layout/chevronAccent+Icon"/>
    <dgm:cxn modelId="{AD60C327-9373-4B85-B0FC-9497A809C3AC}" type="presParOf" srcId="{149CEB8C-9943-449C-91FD-41036BFF564C}" destId="{B9B11339-C832-453F-9030-3CDEB0F89D47}" srcOrd="1" destOrd="0" presId="urn:microsoft.com/office/officeart/2005/8/layout/chevronAccent+Icon"/>
    <dgm:cxn modelId="{59901611-3F94-4A76-BC1C-DA3D33E8C4F7}" type="presParOf" srcId="{149CEB8C-9943-449C-91FD-41036BFF564C}" destId="{88C14708-3B48-481D-8754-4B7E72D06296}" srcOrd="2" destOrd="0" presId="urn:microsoft.com/office/officeart/2005/8/layout/chevronAccent+Icon"/>
    <dgm:cxn modelId="{C38798AF-86DE-411C-88FA-BD6B3573D4B8}" type="presParOf" srcId="{88C14708-3B48-481D-8754-4B7E72D06296}" destId="{8D937804-6C03-4D13-8234-83E706F6949C}" srcOrd="0" destOrd="0" presId="urn:microsoft.com/office/officeart/2005/8/layout/chevronAccent+Icon"/>
    <dgm:cxn modelId="{E291F6A9-6150-47AA-BDA1-3BE1B616A3D5}" type="presParOf" srcId="{88C14708-3B48-481D-8754-4B7E72D06296}" destId="{D6F39941-CB4C-4CFA-BCA3-A70AAE733C9D}" srcOrd="1" destOrd="0" presId="urn:microsoft.com/office/officeart/2005/8/layout/chevronAccent+Icon"/>
    <dgm:cxn modelId="{32DE7E2D-5472-4D3B-92FE-783A851B9BAD}" type="presParOf" srcId="{149CEB8C-9943-449C-91FD-41036BFF564C}" destId="{4A8202F3-6148-42B9-88AD-911179CDAB56}" srcOrd="3" destOrd="0" presId="urn:microsoft.com/office/officeart/2005/8/layout/chevronAccent+Icon"/>
    <dgm:cxn modelId="{4A499CB8-6DEE-4310-A1A7-3AF120CF437C}" type="presParOf" srcId="{149CEB8C-9943-449C-91FD-41036BFF564C}" destId="{CC093945-A844-48DA-BF7E-27872F00217F}" srcOrd="4" destOrd="0" presId="urn:microsoft.com/office/officeart/2005/8/layout/chevronAccent+Icon"/>
    <dgm:cxn modelId="{6434E9B2-C10C-4188-880A-80996A7C01C5}" type="presParOf" srcId="{CC093945-A844-48DA-BF7E-27872F00217F}" destId="{1276AE73-26C2-42BD-A65D-E44F37676AC4}" srcOrd="0" destOrd="0" presId="urn:microsoft.com/office/officeart/2005/8/layout/chevronAccent+Icon"/>
    <dgm:cxn modelId="{8009A80D-D601-46D4-A16F-3884D00935E4}" type="presParOf" srcId="{CC093945-A844-48DA-BF7E-27872F00217F}" destId="{66A316C6-04B4-47D8-B2A3-CD2AE664AABA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BA6C5F-2162-4FD2-8F10-D6BD4161AB50}" type="doc">
      <dgm:prSet loTypeId="urn:microsoft.com/office/officeart/2005/8/layout/chevronAccent+Icon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4D8ABD-47E2-4809-8800-51D7A39381D3}">
      <dgm:prSet/>
      <dgm:spPr/>
      <dgm:t>
        <a:bodyPr/>
        <a:lstStyle/>
        <a:p>
          <a:r>
            <a:rPr lang="en-US" baseline="0" dirty="0"/>
            <a:t>Imported the modified dataset using pandas from CSV</a:t>
          </a:r>
          <a:endParaRPr lang="en-US" dirty="0"/>
        </a:p>
      </dgm:t>
    </dgm:pt>
    <dgm:pt modelId="{59CFEA56-6691-4847-832C-CDFDDA4A91BD}" type="parTrans" cxnId="{4ED63E55-B5D0-455F-8C10-E14805BBD55A}">
      <dgm:prSet/>
      <dgm:spPr/>
      <dgm:t>
        <a:bodyPr/>
        <a:lstStyle/>
        <a:p>
          <a:endParaRPr lang="en-US"/>
        </a:p>
      </dgm:t>
    </dgm:pt>
    <dgm:pt modelId="{B54CFCC6-43D0-4649-9DAF-ABB8D9B4FF3B}" type="sibTrans" cxnId="{4ED63E55-B5D0-455F-8C10-E14805BBD55A}">
      <dgm:prSet/>
      <dgm:spPr/>
      <dgm:t>
        <a:bodyPr/>
        <a:lstStyle/>
        <a:p>
          <a:endParaRPr lang="en-US"/>
        </a:p>
      </dgm:t>
    </dgm:pt>
    <dgm:pt modelId="{D5847E67-3210-496E-A4AD-FFA21F711E05}">
      <dgm:prSet custT="1"/>
      <dgm:spPr/>
      <dgm:t>
        <a:bodyPr/>
        <a:lstStyle/>
        <a:p>
          <a:r>
            <a:rPr lang="en-US" sz="1050" baseline="0" dirty="0"/>
            <a:t>Dropped duplicates</a:t>
          </a:r>
        </a:p>
        <a:p>
          <a:r>
            <a:rPr lang="en-US" sz="1050" baseline="0" dirty="0"/>
            <a:t>&amp; </a:t>
          </a:r>
          <a:r>
            <a:rPr lang="en-US" sz="1050" dirty="0"/>
            <a:t>Replaced </a:t>
          </a:r>
          <a:r>
            <a:rPr lang="en-US" sz="1050" dirty="0" err="1"/>
            <a:t>NaN</a:t>
          </a:r>
          <a:r>
            <a:rPr lang="en-US" sz="1050" dirty="0"/>
            <a:t> in Co-morbidities with “None’</a:t>
          </a:r>
        </a:p>
        <a:p>
          <a:r>
            <a:rPr lang="en-US" sz="1050" dirty="0"/>
            <a:t>&amp; Dropped a specific row with wrong Patient ID</a:t>
          </a:r>
        </a:p>
      </dgm:t>
    </dgm:pt>
    <dgm:pt modelId="{4D3030AA-3DDC-45BE-A5AF-222C348FD12B}" type="parTrans" cxnId="{FB9FB515-9A48-452B-A01A-51CD2051F195}">
      <dgm:prSet/>
      <dgm:spPr/>
      <dgm:t>
        <a:bodyPr/>
        <a:lstStyle/>
        <a:p>
          <a:endParaRPr lang="en-US"/>
        </a:p>
      </dgm:t>
    </dgm:pt>
    <dgm:pt modelId="{9AD74410-BEC0-4745-970B-F79111817EA7}" type="sibTrans" cxnId="{FB9FB515-9A48-452B-A01A-51CD2051F195}">
      <dgm:prSet/>
      <dgm:spPr/>
      <dgm:t>
        <a:bodyPr/>
        <a:lstStyle/>
        <a:p>
          <a:endParaRPr lang="en-US"/>
        </a:p>
      </dgm:t>
    </dgm:pt>
    <dgm:pt modelId="{3B547451-54C4-49F5-86E8-5EAE7CE69E33}">
      <dgm:prSet/>
      <dgm:spPr/>
      <dgm:t>
        <a:bodyPr/>
        <a:lstStyle/>
        <a:p>
          <a:r>
            <a:rPr lang="en-US" baseline="0" dirty="0"/>
            <a:t>Resetting the Index</a:t>
          </a:r>
          <a:endParaRPr lang="en-US" dirty="0"/>
        </a:p>
      </dgm:t>
    </dgm:pt>
    <dgm:pt modelId="{D60D3CDE-5D0A-4598-93B7-E243B66842DC}" type="parTrans" cxnId="{AB689D19-8C26-4058-918F-4CB813570975}">
      <dgm:prSet/>
      <dgm:spPr/>
      <dgm:t>
        <a:bodyPr/>
        <a:lstStyle/>
        <a:p>
          <a:endParaRPr lang="en-US"/>
        </a:p>
      </dgm:t>
    </dgm:pt>
    <dgm:pt modelId="{8ACE7C49-EE58-49A9-A041-D8C9FCE584CE}" type="sibTrans" cxnId="{AB689D19-8C26-4058-918F-4CB813570975}">
      <dgm:prSet/>
      <dgm:spPr/>
      <dgm:t>
        <a:bodyPr/>
        <a:lstStyle/>
        <a:p>
          <a:endParaRPr lang="en-US"/>
        </a:p>
      </dgm:t>
    </dgm:pt>
    <dgm:pt modelId="{149CEB8C-9943-449C-91FD-41036BFF564C}" type="pres">
      <dgm:prSet presAssocID="{D2BA6C5F-2162-4FD2-8F10-D6BD4161AB50}" presName="Name0" presStyleCnt="0">
        <dgm:presLayoutVars>
          <dgm:dir/>
          <dgm:resizeHandles val="exact"/>
        </dgm:presLayoutVars>
      </dgm:prSet>
      <dgm:spPr/>
    </dgm:pt>
    <dgm:pt modelId="{A5F791A2-0B69-456E-9863-1216D8E3941C}" type="pres">
      <dgm:prSet presAssocID="{4F4D8ABD-47E2-4809-8800-51D7A39381D3}" presName="composite" presStyleCnt="0"/>
      <dgm:spPr/>
    </dgm:pt>
    <dgm:pt modelId="{6BAB0E89-4A82-48C2-B923-84A8D3D1E707}" type="pres">
      <dgm:prSet presAssocID="{4F4D8ABD-47E2-4809-8800-51D7A39381D3}" presName="bgChev" presStyleLbl="node1" presStyleIdx="0" presStyleCnt="3"/>
      <dgm:spPr/>
    </dgm:pt>
    <dgm:pt modelId="{3BDFDAF6-8773-46FF-A7F7-3521D85B614E}" type="pres">
      <dgm:prSet presAssocID="{4F4D8ABD-47E2-4809-8800-51D7A39381D3}" presName="txNode" presStyleLbl="fgAcc1" presStyleIdx="0" presStyleCnt="3" custScaleX="95504" custScaleY="114755">
        <dgm:presLayoutVars>
          <dgm:bulletEnabled val="1"/>
        </dgm:presLayoutVars>
      </dgm:prSet>
      <dgm:spPr/>
    </dgm:pt>
    <dgm:pt modelId="{B9B11339-C832-453F-9030-3CDEB0F89D47}" type="pres">
      <dgm:prSet presAssocID="{B54CFCC6-43D0-4649-9DAF-ABB8D9B4FF3B}" presName="compositeSpace" presStyleCnt="0"/>
      <dgm:spPr/>
    </dgm:pt>
    <dgm:pt modelId="{88C14708-3B48-481D-8754-4B7E72D06296}" type="pres">
      <dgm:prSet presAssocID="{D5847E67-3210-496E-A4AD-FFA21F711E05}" presName="composite" presStyleCnt="0"/>
      <dgm:spPr/>
    </dgm:pt>
    <dgm:pt modelId="{8D937804-6C03-4D13-8234-83E706F6949C}" type="pres">
      <dgm:prSet presAssocID="{D5847E67-3210-496E-A4AD-FFA21F711E05}" presName="bgChev" presStyleLbl="node1" presStyleIdx="1" presStyleCnt="3"/>
      <dgm:spPr/>
    </dgm:pt>
    <dgm:pt modelId="{D6F39941-CB4C-4CFA-BCA3-A70AAE733C9D}" type="pres">
      <dgm:prSet presAssocID="{D5847E67-3210-496E-A4AD-FFA21F711E05}" presName="txNode" presStyleLbl="fgAcc1" presStyleIdx="1" presStyleCnt="3" custScaleX="107891" custScaleY="105737">
        <dgm:presLayoutVars>
          <dgm:bulletEnabled val="1"/>
        </dgm:presLayoutVars>
      </dgm:prSet>
      <dgm:spPr/>
    </dgm:pt>
    <dgm:pt modelId="{4A8202F3-6148-42B9-88AD-911179CDAB56}" type="pres">
      <dgm:prSet presAssocID="{9AD74410-BEC0-4745-970B-F79111817EA7}" presName="compositeSpace" presStyleCnt="0"/>
      <dgm:spPr/>
    </dgm:pt>
    <dgm:pt modelId="{CC093945-A844-48DA-BF7E-27872F00217F}" type="pres">
      <dgm:prSet presAssocID="{3B547451-54C4-49F5-86E8-5EAE7CE69E33}" presName="composite" presStyleCnt="0"/>
      <dgm:spPr/>
    </dgm:pt>
    <dgm:pt modelId="{1276AE73-26C2-42BD-A65D-E44F37676AC4}" type="pres">
      <dgm:prSet presAssocID="{3B547451-54C4-49F5-86E8-5EAE7CE69E33}" presName="bgChev" presStyleLbl="node1" presStyleIdx="2" presStyleCnt="3"/>
      <dgm:spPr/>
    </dgm:pt>
    <dgm:pt modelId="{66A316C6-04B4-47D8-B2A3-CD2AE664AABA}" type="pres">
      <dgm:prSet presAssocID="{3B547451-54C4-49F5-86E8-5EAE7CE69E3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07301D04-FD86-4880-84B9-6DEDC9FE3545}" type="presOf" srcId="{D5847E67-3210-496E-A4AD-FFA21F711E05}" destId="{D6F39941-CB4C-4CFA-BCA3-A70AAE733C9D}" srcOrd="0" destOrd="0" presId="urn:microsoft.com/office/officeart/2005/8/layout/chevronAccent+Icon"/>
    <dgm:cxn modelId="{FB9FB515-9A48-452B-A01A-51CD2051F195}" srcId="{D2BA6C5F-2162-4FD2-8F10-D6BD4161AB50}" destId="{D5847E67-3210-496E-A4AD-FFA21F711E05}" srcOrd="1" destOrd="0" parTransId="{4D3030AA-3DDC-45BE-A5AF-222C348FD12B}" sibTransId="{9AD74410-BEC0-4745-970B-F79111817EA7}"/>
    <dgm:cxn modelId="{AB689D19-8C26-4058-918F-4CB813570975}" srcId="{D2BA6C5F-2162-4FD2-8F10-D6BD4161AB50}" destId="{3B547451-54C4-49F5-86E8-5EAE7CE69E33}" srcOrd="2" destOrd="0" parTransId="{D60D3CDE-5D0A-4598-93B7-E243B66842DC}" sibTransId="{8ACE7C49-EE58-49A9-A041-D8C9FCE584CE}"/>
    <dgm:cxn modelId="{A1C7671F-062C-4BC6-8594-AB9F2DA5FCB1}" type="presOf" srcId="{4F4D8ABD-47E2-4809-8800-51D7A39381D3}" destId="{3BDFDAF6-8773-46FF-A7F7-3521D85B614E}" srcOrd="0" destOrd="0" presId="urn:microsoft.com/office/officeart/2005/8/layout/chevronAccent+Icon"/>
    <dgm:cxn modelId="{4ED63E55-B5D0-455F-8C10-E14805BBD55A}" srcId="{D2BA6C5F-2162-4FD2-8F10-D6BD4161AB50}" destId="{4F4D8ABD-47E2-4809-8800-51D7A39381D3}" srcOrd="0" destOrd="0" parTransId="{59CFEA56-6691-4847-832C-CDFDDA4A91BD}" sibTransId="{B54CFCC6-43D0-4649-9DAF-ABB8D9B4FF3B}"/>
    <dgm:cxn modelId="{BF65EE7A-DA03-4535-A75D-895874522B16}" type="presOf" srcId="{D2BA6C5F-2162-4FD2-8F10-D6BD4161AB50}" destId="{149CEB8C-9943-449C-91FD-41036BFF564C}" srcOrd="0" destOrd="0" presId="urn:microsoft.com/office/officeart/2005/8/layout/chevronAccent+Icon"/>
    <dgm:cxn modelId="{F524BAF1-AE4B-44F0-8646-AFA9455E881A}" type="presOf" srcId="{3B547451-54C4-49F5-86E8-5EAE7CE69E33}" destId="{66A316C6-04B4-47D8-B2A3-CD2AE664AABA}" srcOrd="0" destOrd="0" presId="urn:microsoft.com/office/officeart/2005/8/layout/chevronAccent+Icon"/>
    <dgm:cxn modelId="{478F6FB6-A5C7-4C51-9660-09204694E381}" type="presParOf" srcId="{149CEB8C-9943-449C-91FD-41036BFF564C}" destId="{A5F791A2-0B69-456E-9863-1216D8E3941C}" srcOrd="0" destOrd="0" presId="urn:microsoft.com/office/officeart/2005/8/layout/chevronAccent+Icon"/>
    <dgm:cxn modelId="{594D58E9-8C55-40AB-B884-E13A229046FB}" type="presParOf" srcId="{A5F791A2-0B69-456E-9863-1216D8E3941C}" destId="{6BAB0E89-4A82-48C2-B923-84A8D3D1E707}" srcOrd="0" destOrd="0" presId="urn:microsoft.com/office/officeart/2005/8/layout/chevronAccent+Icon"/>
    <dgm:cxn modelId="{60286CBA-4563-4CAA-B878-772D432857F0}" type="presParOf" srcId="{A5F791A2-0B69-456E-9863-1216D8E3941C}" destId="{3BDFDAF6-8773-46FF-A7F7-3521D85B614E}" srcOrd="1" destOrd="0" presId="urn:microsoft.com/office/officeart/2005/8/layout/chevronAccent+Icon"/>
    <dgm:cxn modelId="{AD60C327-9373-4B85-B0FC-9497A809C3AC}" type="presParOf" srcId="{149CEB8C-9943-449C-91FD-41036BFF564C}" destId="{B9B11339-C832-453F-9030-3CDEB0F89D47}" srcOrd="1" destOrd="0" presId="urn:microsoft.com/office/officeart/2005/8/layout/chevronAccent+Icon"/>
    <dgm:cxn modelId="{59901611-3F94-4A76-BC1C-DA3D33E8C4F7}" type="presParOf" srcId="{149CEB8C-9943-449C-91FD-41036BFF564C}" destId="{88C14708-3B48-481D-8754-4B7E72D06296}" srcOrd="2" destOrd="0" presId="urn:microsoft.com/office/officeart/2005/8/layout/chevronAccent+Icon"/>
    <dgm:cxn modelId="{C38798AF-86DE-411C-88FA-BD6B3573D4B8}" type="presParOf" srcId="{88C14708-3B48-481D-8754-4B7E72D06296}" destId="{8D937804-6C03-4D13-8234-83E706F6949C}" srcOrd="0" destOrd="0" presId="urn:microsoft.com/office/officeart/2005/8/layout/chevronAccent+Icon"/>
    <dgm:cxn modelId="{E291F6A9-6150-47AA-BDA1-3BE1B616A3D5}" type="presParOf" srcId="{88C14708-3B48-481D-8754-4B7E72D06296}" destId="{D6F39941-CB4C-4CFA-BCA3-A70AAE733C9D}" srcOrd="1" destOrd="0" presId="urn:microsoft.com/office/officeart/2005/8/layout/chevronAccent+Icon"/>
    <dgm:cxn modelId="{32DE7E2D-5472-4D3B-92FE-783A851B9BAD}" type="presParOf" srcId="{149CEB8C-9943-449C-91FD-41036BFF564C}" destId="{4A8202F3-6148-42B9-88AD-911179CDAB56}" srcOrd="3" destOrd="0" presId="urn:microsoft.com/office/officeart/2005/8/layout/chevronAccent+Icon"/>
    <dgm:cxn modelId="{4A499CB8-6DEE-4310-A1A7-3AF120CF437C}" type="presParOf" srcId="{149CEB8C-9943-449C-91FD-41036BFF564C}" destId="{CC093945-A844-48DA-BF7E-27872F00217F}" srcOrd="4" destOrd="0" presId="urn:microsoft.com/office/officeart/2005/8/layout/chevronAccent+Icon"/>
    <dgm:cxn modelId="{6434E9B2-C10C-4188-880A-80996A7C01C5}" type="presParOf" srcId="{CC093945-A844-48DA-BF7E-27872F00217F}" destId="{1276AE73-26C2-42BD-A65D-E44F37676AC4}" srcOrd="0" destOrd="0" presId="urn:microsoft.com/office/officeart/2005/8/layout/chevronAccent+Icon"/>
    <dgm:cxn modelId="{8009A80D-D601-46D4-A16F-3884D00935E4}" type="presParOf" srcId="{CC093945-A844-48DA-BF7E-27872F00217F}" destId="{66A316C6-04B4-47D8-B2A3-CD2AE664AABA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BA6C5F-2162-4FD2-8F10-D6BD4161AB50}" type="doc">
      <dgm:prSet loTypeId="urn:microsoft.com/office/officeart/2005/8/layout/chevronAccent+Icon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4D8ABD-47E2-4809-8800-51D7A39381D3}">
      <dgm:prSet custT="1"/>
      <dgm:spPr/>
      <dgm:t>
        <a:bodyPr/>
        <a:lstStyle/>
        <a:p>
          <a:r>
            <a:rPr lang="en-US" sz="1200" baseline="0" dirty="0"/>
            <a:t>Imported the modified dataset using pandas from CSV</a:t>
          </a:r>
          <a:endParaRPr lang="en-US" sz="1200" dirty="0"/>
        </a:p>
      </dgm:t>
    </dgm:pt>
    <dgm:pt modelId="{59CFEA56-6691-4847-832C-CDFDDA4A91BD}" type="parTrans" cxnId="{4ED63E55-B5D0-455F-8C10-E14805BBD55A}">
      <dgm:prSet/>
      <dgm:spPr/>
      <dgm:t>
        <a:bodyPr/>
        <a:lstStyle/>
        <a:p>
          <a:endParaRPr lang="en-US"/>
        </a:p>
      </dgm:t>
    </dgm:pt>
    <dgm:pt modelId="{B54CFCC6-43D0-4649-9DAF-ABB8D9B4FF3B}" type="sibTrans" cxnId="{4ED63E55-B5D0-455F-8C10-E14805BBD55A}">
      <dgm:prSet/>
      <dgm:spPr/>
      <dgm:t>
        <a:bodyPr/>
        <a:lstStyle/>
        <a:p>
          <a:endParaRPr lang="en-US"/>
        </a:p>
      </dgm:t>
    </dgm:pt>
    <dgm:pt modelId="{D5847E67-3210-496E-A4AD-FFA21F711E05}">
      <dgm:prSet custT="1"/>
      <dgm:spPr/>
      <dgm:t>
        <a:bodyPr/>
        <a:lstStyle/>
        <a:p>
          <a:r>
            <a:rPr lang="en-US" sz="1200" baseline="0" dirty="0"/>
            <a:t>Checked &amp; dropped duplicates and missing values, if any</a:t>
          </a:r>
        </a:p>
      </dgm:t>
    </dgm:pt>
    <dgm:pt modelId="{4D3030AA-3DDC-45BE-A5AF-222C348FD12B}" type="parTrans" cxnId="{FB9FB515-9A48-452B-A01A-51CD2051F195}">
      <dgm:prSet/>
      <dgm:spPr/>
      <dgm:t>
        <a:bodyPr/>
        <a:lstStyle/>
        <a:p>
          <a:endParaRPr lang="en-US"/>
        </a:p>
      </dgm:t>
    </dgm:pt>
    <dgm:pt modelId="{9AD74410-BEC0-4745-970B-F79111817EA7}" type="sibTrans" cxnId="{FB9FB515-9A48-452B-A01A-51CD2051F195}">
      <dgm:prSet/>
      <dgm:spPr/>
      <dgm:t>
        <a:bodyPr/>
        <a:lstStyle/>
        <a:p>
          <a:endParaRPr lang="en-US"/>
        </a:p>
      </dgm:t>
    </dgm:pt>
    <dgm:pt modelId="{3B547451-54C4-49F5-86E8-5EAE7CE69E33}">
      <dgm:prSet custT="1"/>
      <dgm:spPr/>
      <dgm:t>
        <a:bodyPr/>
        <a:lstStyle/>
        <a:p>
          <a:r>
            <a:rPr lang="en-US" sz="1200" baseline="0" dirty="0"/>
            <a:t>Resetting the Index</a:t>
          </a:r>
          <a:endParaRPr lang="en-US" sz="1200" dirty="0"/>
        </a:p>
      </dgm:t>
    </dgm:pt>
    <dgm:pt modelId="{D60D3CDE-5D0A-4598-93B7-E243B66842DC}" type="parTrans" cxnId="{AB689D19-8C26-4058-918F-4CB813570975}">
      <dgm:prSet/>
      <dgm:spPr/>
      <dgm:t>
        <a:bodyPr/>
        <a:lstStyle/>
        <a:p>
          <a:endParaRPr lang="en-US"/>
        </a:p>
      </dgm:t>
    </dgm:pt>
    <dgm:pt modelId="{8ACE7C49-EE58-49A9-A041-D8C9FCE584CE}" type="sibTrans" cxnId="{AB689D19-8C26-4058-918F-4CB813570975}">
      <dgm:prSet/>
      <dgm:spPr/>
      <dgm:t>
        <a:bodyPr/>
        <a:lstStyle/>
        <a:p>
          <a:endParaRPr lang="en-US"/>
        </a:p>
      </dgm:t>
    </dgm:pt>
    <dgm:pt modelId="{149CEB8C-9943-449C-91FD-41036BFF564C}" type="pres">
      <dgm:prSet presAssocID="{D2BA6C5F-2162-4FD2-8F10-D6BD4161AB50}" presName="Name0" presStyleCnt="0">
        <dgm:presLayoutVars>
          <dgm:dir/>
          <dgm:resizeHandles val="exact"/>
        </dgm:presLayoutVars>
      </dgm:prSet>
      <dgm:spPr/>
    </dgm:pt>
    <dgm:pt modelId="{A5F791A2-0B69-456E-9863-1216D8E3941C}" type="pres">
      <dgm:prSet presAssocID="{4F4D8ABD-47E2-4809-8800-51D7A39381D3}" presName="composite" presStyleCnt="0"/>
      <dgm:spPr/>
    </dgm:pt>
    <dgm:pt modelId="{6BAB0E89-4A82-48C2-B923-84A8D3D1E707}" type="pres">
      <dgm:prSet presAssocID="{4F4D8ABD-47E2-4809-8800-51D7A39381D3}" presName="bgChev" presStyleLbl="node1" presStyleIdx="0" presStyleCnt="3"/>
      <dgm:spPr/>
    </dgm:pt>
    <dgm:pt modelId="{3BDFDAF6-8773-46FF-A7F7-3521D85B614E}" type="pres">
      <dgm:prSet presAssocID="{4F4D8ABD-47E2-4809-8800-51D7A39381D3}" presName="txNode" presStyleLbl="fgAcc1" presStyleIdx="0" presStyleCnt="3" custScaleX="95504" custScaleY="114755">
        <dgm:presLayoutVars>
          <dgm:bulletEnabled val="1"/>
        </dgm:presLayoutVars>
      </dgm:prSet>
      <dgm:spPr/>
    </dgm:pt>
    <dgm:pt modelId="{B9B11339-C832-453F-9030-3CDEB0F89D47}" type="pres">
      <dgm:prSet presAssocID="{B54CFCC6-43D0-4649-9DAF-ABB8D9B4FF3B}" presName="compositeSpace" presStyleCnt="0"/>
      <dgm:spPr/>
    </dgm:pt>
    <dgm:pt modelId="{88C14708-3B48-481D-8754-4B7E72D06296}" type="pres">
      <dgm:prSet presAssocID="{D5847E67-3210-496E-A4AD-FFA21F711E05}" presName="composite" presStyleCnt="0"/>
      <dgm:spPr/>
    </dgm:pt>
    <dgm:pt modelId="{8D937804-6C03-4D13-8234-83E706F6949C}" type="pres">
      <dgm:prSet presAssocID="{D5847E67-3210-496E-A4AD-FFA21F711E05}" presName="bgChev" presStyleLbl="node1" presStyleIdx="1" presStyleCnt="3"/>
      <dgm:spPr/>
    </dgm:pt>
    <dgm:pt modelId="{D6F39941-CB4C-4CFA-BCA3-A70AAE733C9D}" type="pres">
      <dgm:prSet presAssocID="{D5847E67-3210-496E-A4AD-FFA21F711E05}" presName="txNode" presStyleLbl="fgAcc1" presStyleIdx="1" presStyleCnt="3" custScaleX="107891" custScaleY="105737">
        <dgm:presLayoutVars>
          <dgm:bulletEnabled val="1"/>
        </dgm:presLayoutVars>
      </dgm:prSet>
      <dgm:spPr/>
    </dgm:pt>
    <dgm:pt modelId="{4A8202F3-6148-42B9-88AD-911179CDAB56}" type="pres">
      <dgm:prSet presAssocID="{9AD74410-BEC0-4745-970B-F79111817EA7}" presName="compositeSpace" presStyleCnt="0"/>
      <dgm:spPr/>
    </dgm:pt>
    <dgm:pt modelId="{CC093945-A844-48DA-BF7E-27872F00217F}" type="pres">
      <dgm:prSet presAssocID="{3B547451-54C4-49F5-86E8-5EAE7CE69E33}" presName="composite" presStyleCnt="0"/>
      <dgm:spPr/>
    </dgm:pt>
    <dgm:pt modelId="{1276AE73-26C2-42BD-A65D-E44F37676AC4}" type="pres">
      <dgm:prSet presAssocID="{3B547451-54C4-49F5-86E8-5EAE7CE69E33}" presName="bgChev" presStyleLbl="node1" presStyleIdx="2" presStyleCnt="3"/>
      <dgm:spPr/>
    </dgm:pt>
    <dgm:pt modelId="{66A316C6-04B4-47D8-B2A3-CD2AE664AABA}" type="pres">
      <dgm:prSet presAssocID="{3B547451-54C4-49F5-86E8-5EAE7CE69E3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07301D04-FD86-4880-84B9-6DEDC9FE3545}" type="presOf" srcId="{D5847E67-3210-496E-A4AD-FFA21F711E05}" destId="{D6F39941-CB4C-4CFA-BCA3-A70AAE733C9D}" srcOrd="0" destOrd="0" presId="urn:microsoft.com/office/officeart/2005/8/layout/chevronAccent+Icon"/>
    <dgm:cxn modelId="{FB9FB515-9A48-452B-A01A-51CD2051F195}" srcId="{D2BA6C5F-2162-4FD2-8F10-D6BD4161AB50}" destId="{D5847E67-3210-496E-A4AD-FFA21F711E05}" srcOrd="1" destOrd="0" parTransId="{4D3030AA-3DDC-45BE-A5AF-222C348FD12B}" sibTransId="{9AD74410-BEC0-4745-970B-F79111817EA7}"/>
    <dgm:cxn modelId="{AB689D19-8C26-4058-918F-4CB813570975}" srcId="{D2BA6C5F-2162-4FD2-8F10-D6BD4161AB50}" destId="{3B547451-54C4-49F5-86E8-5EAE7CE69E33}" srcOrd="2" destOrd="0" parTransId="{D60D3CDE-5D0A-4598-93B7-E243B66842DC}" sibTransId="{8ACE7C49-EE58-49A9-A041-D8C9FCE584CE}"/>
    <dgm:cxn modelId="{A1C7671F-062C-4BC6-8594-AB9F2DA5FCB1}" type="presOf" srcId="{4F4D8ABD-47E2-4809-8800-51D7A39381D3}" destId="{3BDFDAF6-8773-46FF-A7F7-3521D85B614E}" srcOrd="0" destOrd="0" presId="urn:microsoft.com/office/officeart/2005/8/layout/chevronAccent+Icon"/>
    <dgm:cxn modelId="{4ED63E55-B5D0-455F-8C10-E14805BBD55A}" srcId="{D2BA6C5F-2162-4FD2-8F10-D6BD4161AB50}" destId="{4F4D8ABD-47E2-4809-8800-51D7A39381D3}" srcOrd="0" destOrd="0" parTransId="{59CFEA56-6691-4847-832C-CDFDDA4A91BD}" sibTransId="{B54CFCC6-43D0-4649-9DAF-ABB8D9B4FF3B}"/>
    <dgm:cxn modelId="{BF65EE7A-DA03-4535-A75D-895874522B16}" type="presOf" srcId="{D2BA6C5F-2162-4FD2-8F10-D6BD4161AB50}" destId="{149CEB8C-9943-449C-91FD-41036BFF564C}" srcOrd="0" destOrd="0" presId="urn:microsoft.com/office/officeart/2005/8/layout/chevronAccent+Icon"/>
    <dgm:cxn modelId="{F524BAF1-AE4B-44F0-8646-AFA9455E881A}" type="presOf" srcId="{3B547451-54C4-49F5-86E8-5EAE7CE69E33}" destId="{66A316C6-04B4-47D8-B2A3-CD2AE664AABA}" srcOrd="0" destOrd="0" presId="urn:microsoft.com/office/officeart/2005/8/layout/chevronAccent+Icon"/>
    <dgm:cxn modelId="{478F6FB6-A5C7-4C51-9660-09204694E381}" type="presParOf" srcId="{149CEB8C-9943-449C-91FD-41036BFF564C}" destId="{A5F791A2-0B69-456E-9863-1216D8E3941C}" srcOrd="0" destOrd="0" presId="urn:microsoft.com/office/officeart/2005/8/layout/chevronAccent+Icon"/>
    <dgm:cxn modelId="{594D58E9-8C55-40AB-B884-E13A229046FB}" type="presParOf" srcId="{A5F791A2-0B69-456E-9863-1216D8E3941C}" destId="{6BAB0E89-4A82-48C2-B923-84A8D3D1E707}" srcOrd="0" destOrd="0" presId="urn:microsoft.com/office/officeart/2005/8/layout/chevronAccent+Icon"/>
    <dgm:cxn modelId="{60286CBA-4563-4CAA-B878-772D432857F0}" type="presParOf" srcId="{A5F791A2-0B69-456E-9863-1216D8E3941C}" destId="{3BDFDAF6-8773-46FF-A7F7-3521D85B614E}" srcOrd="1" destOrd="0" presId="urn:microsoft.com/office/officeart/2005/8/layout/chevronAccent+Icon"/>
    <dgm:cxn modelId="{AD60C327-9373-4B85-B0FC-9497A809C3AC}" type="presParOf" srcId="{149CEB8C-9943-449C-91FD-41036BFF564C}" destId="{B9B11339-C832-453F-9030-3CDEB0F89D47}" srcOrd="1" destOrd="0" presId="urn:microsoft.com/office/officeart/2005/8/layout/chevronAccent+Icon"/>
    <dgm:cxn modelId="{59901611-3F94-4A76-BC1C-DA3D33E8C4F7}" type="presParOf" srcId="{149CEB8C-9943-449C-91FD-41036BFF564C}" destId="{88C14708-3B48-481D-8754-4B7E72D06296}" srcOrd="2" destOrd="0" presId="urn:microsoft.com/office/officeart/2005/8/layout/chevronAccent+Icon"/>
    <dgm:cxn modelId="{C38798AF-86DE-411C-88FA-BD6B3573D4B8}" type="presParOf" srcId="{88C14708-3B48-481D-8754-4B7E72D06296}" destId="{8D937804-6C03-4D13-8234-83E706F6949C}" srcOrd="0" destOrd="0" presId="urn:microsoft.com/office/officeart/2005/8/layout/chevronAccent+Icon"/>
    <dgm:cxn modelId="{E291F6A9-6150-47AA-BDA1-3BE1B616A3D5}" type="presParOf" srcId="{88C14708-3B48-481D-8754-4B7E72D06296}" destId="{D6F39941-CB4C-4CFA-BCA3-A70AAE733C9D}" srcOrd="1" destOrd="0" presId="urn:microsoft.com/office/officeart/2005/8/layout/chevronAccent+Icon"/>
    <dgm:cxn modelId="{32DE7E2D-5472-4D3B-92FE-783A851B9BAD}" type="presParOf" srcId="{149CEB8C-9943-449C-91FD-41036BFF564C}" destId="{4A8202F3-6148-42B9-88AD-911179CDAB56}" srcOrd="3" destOrd="0" presId="urn:microsoft.com/office/officeart/2005/8/layout/chevronAccent+Icon"/>
    <dgm:cxn modelId="{4A499CB8-6DEE-4310-A1A7-3AF120CF437C}" type="presParOf" srcId="{149CEB8C-9943-449C-91FD-41036BFF564C}" destId="{CC093945-A844-48DA-BF7E-27872F00217F}" srcOrd="4" destOrd="0" presId="urn:microsoft.com/office/officeart/2005/8/layout/chevronAccent+Icon"/>
    <dgm:cxn modelId="{6434E9B2-C10C-4188-880A-80996A7C01C5}" type="presParOf" srcId="{CC093945-A844-48DA-BF7E-27872F00217F}" destId="{1276AE73-26C2-42BD-A65D-E44F37676AC4}" srcOrd="0" destOrd="0" presId="urn:microsoft.com/office/officeart/2005/8/layout/chevronAccent+Icon"/>
    <dgm:cxn modelId="{8009A80D-D601-46D4-A16F-3884D00935E4}" type="presParOf" srcId="{CC093945-A844-48DA-BF7E-27872F00217F}" destId="{66A316C6-04B4-47D8-B2A3-CD2AE664AABA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BA6C5F-2162-4FD2-8F10-D6BD4161AB50}" type="doc">
      <dgm:prSet loTypeId="urn:microsoft.com/office/officeart/2005/8/layout/chevronAccent+Icon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4D8ABD-47E2-4809-8800-51D7A39381D3}">
      <dgm:prSet custT="1"/>
      <dgm:spPr/>
      <dgm:t>
        <a:bodyPr/>
        <a:lstStyle/>
        <a:p>
          <a:r>
            <a:rPr lang="en-US" sz="1200" baseline="0" dirty="0"/>
            <a:t>Imported the modified dataset using pandas from CSV</a:t>
          </a:r>
          <a:endParaRPr lang="en-US" sz="1200" dirty="0"/>
        </a:p>
      </dgm:t>
    </dgm:pt>
    <dgm:pt modelId="{59CFEA56-6691-4847-832C-CDFDDA4A91BD}" type="parTrans" cxnId="{4ED63E55-B5D0-455F-8C10-E14805BBD55A}">
      <dgm:prSet/>
      <dgm:spPr/>
      <dgm:t>
        <a:bodyPr/>
        <a:lstStyle/>
        <a:p>
          <a:endParaRPr lang="en-US"/>
        </a:p>
      </dgm:t>
    </dgm:pt>
    <dgm:pt modelId="{B54CFCC6-43D0-4649-9DAF-ABB8D9B4FF3B}" type="sibTrans" cxnId="{4ED63E55-B5D0-455F-8C10-E14805BBD55A}">
      <dgm:prSet/>
      <dgm:spPr/>
      <dgm:t>
        <a:bodyPr/>
        <a:lstStyle/>
        <a:p>
          <a:endParaRPr lang="en-US"/>
        </a:p>
      </dgm:t>
    </dgm:pt>
    <dgm:pt modelId="{D5847E67-3210-496E-A4AD-FFA21F711E05}">
      <dgm:prSet custT="1"/>
      <dgm:spPr/>
      <dgm:t>
        <a:bodyPr/>
        <a:lstStyle/>
        <a:p>
          <a:r>
            <a:rPr lang="en-US" sz="1200" baseline="0" dirty="0"/>
            <a:t>Checked &amp; dropped duplicates and missing values, if any</a:t>
          </a:r>
        </a:p>
      </dgm:t>
    </dgm:pt>
    <dgm:pt modelId="{4D3030AA-3DDC-45BE-A5AF-222C348FD12B}" type="parTrans" cxnId="{FB9FB515-9A48-452B-A01A-51CD2051F195}">
      <dgm:prSet/>
      <dgm:spPr/>
      <dgm:t>
        <a:bodyPr/>
        <a:lstStyle/>
        <a:p>
          <a:endParaRPr lang="en-US"/>
        </a:p>
      </dgm:t>
    </dgm:pt>
    <dgm:pt modelId="{9AD74410-BEC0-4745-970B-F79111817EA7}" type="sibTrans" cxnId="{FB9FB515-9A48-452B-A01A-51CD2051F195}">
      <dgm:prSet/>
      <dgm:spPr/>
      <dgm:t>
        <a:bodyPr/>
        <a:lstStyle/>
        <a:p>
          <a:endParaRPr lang="en-US"/>
        </a:p>
      </dgm:t>
    </dgm:pt>
    <dgm:pt modelId="{3B547451-54C4-49F5-86E8-5EAE7CE69E33}">
      <dgm:prSet custT="1"/>
      <dgm:spPr/>
      <dgm:t>
        <a:bodyPr/>
        <a:lstStyle/>
        <a:p>
          <a:r>
            <a:rPr lang="en-US" sz="1200" baseline="0" dirty="0"/>
            <a:t>Resetting the Index</a:t>
          </a:r>
          <a:endParaRPr lang="en-US" sz="1200" dirty="0"/>
        </a:p>
      </dgm:t>
    </dgm:pt>
    <dgm:pt modelId="{D60D3CDE-5D0A-4598-93B7-E243B66842DC}" type="parTrans" cxnId="{AB689D19-8C26-4058-918F-4CB813570975}">
      <dgm:prSet/>
      <dgm:spPr/>
      <dgm:t>
        <a:bodyPr/>
        <a:lstStyle/>
        <a:p>
          <a:endParaRPr lang="en-US"/>
        </a:p>
      </dgm:t>
    </dgm:pt>
    <dgm:pt modelId="{8ACE7C49-EE58-49A9-A041-D8C9FCE584CE}" type="sibTrans" cxnId="{AB689D19-8C26-4058-918F-4CB813570975}">
      <dgm:prSet/>
      <dgm:spPr/>
      <dgm:t>
        <a:bodyPr/>
        <a:lstStyle/>
        <a:p>
          <a:endParaRPr lang="en-US"/>
        </a:p>
      </dgm:t>
    </dgm:pt>
    <dgm:pt modelId="{149CEB8C-9943-449C-91FD-41036BFF564C}" type="pres">
      <dgm:prSet presAssocID="{D2BA6C5F-2162-4FD2-8F10-D6BD4161AB50}" presName="Name0" presStyleCnt="0">
        <dgm:presLayoutVars>
          <dgm:dir/>
          <dgm:resizeHandles val="exact"/>
        </dgm:presLayoutVars>
      </dgm:prSet>
      <dgm:spPr/>
    </dgm:pt>
    <dgm:pt modelId="{A5F791A2-0B69-456E-9863-1216D8E3941C}" type="pres">
      <dgm:prSet presAssocID="{4F4D8ABD-47E2-4809-8800-51D7A39381D3}" presName="composite" presStyleCnt="0"/>
      <dgm:spPr/>
    </dgm:pt>
    <dgm:pt modelId="{6BAB0E89-4A82-48C2-B923-84A8D3D1E707}" type="pres">
      <dgm:prSet presAssocID="{4F4D8ABD-47E2-4809-8800-51D7A39381D3}" presName="bgChev" presStyleLbl="node1" presStyleIdx="0" presStyleCnt="3"/>
      <dgm:spPr/>
    </dgm:pt>
    <dgm:pt modelId="{3BDFDAF6-8773-46FF-A7F7-3521D85B614E}" type="pres">
      <dgm:prSet presAssocID="{4F4D8ABD-47E2-4809-8800-51D7A39381D3}" presName="txNode" presStyleLbl="fgAcc1" presStyleIdx="0" presStyleCnt="3" custScaleX="95504" custScaleY="114755">
        <dgm:presLayoutVars>
          <dgm:bulletEnabled val="1"/>
        </dgm:presLayoutVars>
      </dgm:prSet>
      <dgm:spPr/>
    </dgm:pt>
    <dgm:pt modelId="{B9B11339-C832-453F-9030-3CDEB0F89D47}" type="pres">
      <dgm:prSet presAssocID="{B54CFCC6-43D0-4649-9DAF-ABB8D9B4FF3B}" presName="compositeSpace" presStyleCnt="0"/>
      <dgm:spPr/>
    </dgm:pt>
    <dgm:pt modelId="{88C14708-3B48-481D-8754-4B7E72D06296}" type="pres">
      <dgm:prSet presAssocID="{D5847E67-3210-496E-A4AD-FFA21F711E05}" presName="composite" presStyleCnt="0"/>
      <dgm:spPr/>
    </dgm:pt>
    <dgm:pt modelId="{8D937804-6C03-4D13-8234-83E706F6949C}" type="pres">
      <dgm:prSet presAssocID="{D5847E67-3210-496E-A4AD-FFA21F711E05}" presName="bgChev" presStyleLbl="node1" presStyleIdx="1" presStyleCnt="3"/>
      <dgm:spPr/>
    </dgm:pt>
    <dgm:pt modelId="{D6F39941-CB4C-4CFA-BCA3-A70AAE733C9D}" type="pres">
      <dgm:prSet presAssocID="{D5847E67-3210-496E-A4AD-FFA21F711E05}" presName="txNode" presStyleLbl="fgAcc1" presStyleIdx="1" presStyleCnt="3" custScaleX="107891" custScaleY="105737">
        <dgm:presLayoutVars>
          <dgm:bulletEnabled val="1"/>
        </dgm:presLayoutVars>
      </dgm:prSet>
      <dgm:spPr/>
    </dgm:pt>
    <dgm:pt modelId="{4A8202F3-6148-42B9-88AD-911179CDAB56}" type="pres">
      <dgm:prSet presAssocID="{9AD74410-BEC0-4745-970B-F79111817EA7}" presName="compositeSpace" presStyleCnt="0"/>
      <dgm:spPr/>
    </dgm:pt>
    <dgm:pt modelId="{CC093945-A844-48DA-BF7E-27872F00217F}" type="pres">
      <dgm:prSet presAssocID="{3B547451-54C4-49F5-86E8-5EAE7CE69E33}" presName="composite" presStyleCnt="0"/>
      <dgm:spPr/>
    </dgm:pt>
    <dgm:pt modelId="{1276AE73-26C2-42BD-A65D-E44F37676AC4}" type="pres">
      <dgm:prSet presAssocID="{3B547451-54C4-49F5-86E8-5EAE7CE69E33}" presName="bgChev" presStyleLbl="node1" presStyleIdx="2" presStyleCnt="3"/>
      <dgm:spPr/>
    </dgm:pt>
    <dgm:pt modelId="{66A316C6-04B4-47D8-B2A3-CD2AE664AABA}" type="pres">
      <dgm:prSet presAssocID="{3B547451-54C4-49F5-86E8-5EAE7CE69E33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07301D04-FD86-4880-84B9-6DEDC9FE3545}" type="presOf" srcId="{D5847E67-3210-496E-A4AD-FFA21F711E05}" destId="{D6F39941-CB4C-4CFA-BCA3-A70AAE733C9D}" srcOrd="0" destOrd="0" presId="urn:microsoft.com/office/officeart/2005/8/layout/chevronAccent+Icon"/>
    <dgm:cxn modelId="{FB9FB515-9A48-452B-A01A-51CD2051F195}" srcId="{D2BA6C5F-2162-4FD2-8F10-D6BD4161AB50}" destId="{D5847E67-3210-496E-A4AD-FFA21F711E05}" srcOrd="1" destOrd="0" parTransId="{4D3030AA-3DDC-45BE-A5AF-222C348FD12B}" sibTransId="{9AD74410-BEC0-4745-970B-F79111817EA7}"/>
    <dgm:cxn modelId="{AB689D19-8C26-4058-918F-4CB813570975}" srcId="{D2BA6C5F-2162-4FD2-8F10-D6BD4161AB50}" destId="{3B547451-54C4-49F5-86E8-5EAE7CE69E33}" srcOrd="2" destOrd="0" parTransId="{D60D3CDE-5D0A-4598-93B7-E243B66842DC}" sibTransId="{8ACE7C49-EE58-49A9-A041-D8C9FCE584CE}"/>
    <dgm:cxn modelId="{A1C7671F-062C-4BC6-8594-AB9F2DA5FCB1}" type="presOf" srcId="{4F4D8ABD-47E2-4809-8800-51D7A39381D3}" destId="{3BDFDAF6-8773-46FF-A7F7-3521D85B614E}" srcOrd="0" destOrd="0" presId="urn:microsoft.com/office/officeart/2005/8/layout/chevronAccent+Icon"/>
    <dgm:cxn modelId="{4ED63E55-B5D0-455F-8C10-E14805BBD55A}" srcId="{D2BA6C5F-2162-4FD2-8F10-D6BD4161AB50}" destId="{4F4D8ABD-47E2-4809-8800-51D7A39381D3}" srcOrd="0" destOrd="0" parTransId="{59CFEA56-6691-4847-832C-CDFDDA4A91BD}" sibTransId="{B54CFCC6-43D0-4649-9DAF-ABB8D9B4FF3B}"/>
    <dgm:cxn modelId="{BF65EE7A-DA03-4535-A75D-895874522B16}" type="presOf" srcId="{D2BA6C5F-2162-4FD2-8F10-D6BD4161AB50}" destId="{149CEB8C-9943-449C-91FD-41036BFF564C}" srcOrd="0" destOrd="0" presId="urn:microsoft.com/office/officeart/2005/8/layout/chevronAccent+Icon"/>
    <dgm:cxn modelId="{F524BAF1-AE4B-44F0-8646-AFA9455E881A}" type="presOf" srcId="{3B547451-54C4-49F5-86E8-5EAE7CE69E33}" destId="{66A316C6-04B4-47D8-B2A3-CD2AE664AABA}" srcOrd="0" destOrd="0" presId="urn:microsoft.com/office/officeart/2005/8/layout/chevronAccent+Icon"/>
    <dgm:cxn modelId="{478F6FB6-A5C7-4C51-9660-09204694E381}" type="presParOf" srcId="{149CEB8C-9943-449C-91FD-41036BFF564C}" destId="{A5F791A2-0B69-456E-9863-1216D8E3941C}" srcOrd="0" destOrd="0" presId="urn:microsoft.com/office/officeart/2005/8/layout/chevronAccent+Icon"/>
    <dgm:cxn modelId="{594D58E9-8C55-40AB-B884-E13A229046FB}" type="presParOf" srcId="{A5F791A2-0B69-456E-9863-1216D8E3941C}" destId="{6BAB0E89-4A82-48C2-B923-84A8D3D1E707}" srcOrd="0" destOrd="0" presId="urn:microsoft.com/office/officeart/2005/8/layout/chevronAccent+Icon"/>
    <dgm:cxn modelId="{60286CBA-4563-4CAA-B878-772D432857F0}" type="presParOf" srcId="{A5F791A2-0B69-456E-9863-1216D8E3941C}" destId="{3BDFDAF6-8773-46FF-A7F7-3521D85B614E}" srcOrd="1" destOrd="0" presId="urn:microsoft.com/office/officeart/2005/8/layout/chevronAccent+Icon"/>
    <dgm:cxn modelId="{AD60C327-9373-4B85-B0FC-9497A809C3AC}" type="presParOf" srcId="{149CEB8C-9943-449C-91FD-41036BFF564C}" destId="{B9B11339-C832-453F-9030-3CDEB0F89D47}" srcOrd="1" destOrd="0" presId="urn:microsoft.com/office/officeart/2005/8/layout/chevronAccent+Icon"/>
    <dgm:cxn modelId="{59901611-3F94-4A76-BC1C-DA3D33E8C4F7}" type="presParOf" srcId="{149CEB8C-9943-449C-91FD-41036BFF564C}" destId="{88C14708-3B48-481D-8754-4B7E72D06296}" srcOrd="2" destOrd="0" presId="urn:microsoft.com/office/officeart/2005/8/layout/chevronAccent+Icon"/>
    <dgm:cxn modelId="{C38798AF-86DE-411C-88FA-BD6B3573D4B8}" type="presParOf" srcId="{88C14708-3B48-481D-8754-4B7E72D06296}" destId="{8D937804-6C03-4D13-8234-83E706F6949C}" srcOrd="0" destOrd="0" presId="urn:microsoft.com/office/officeart/2005/8/layout/chevronAccent+Icon"/>
    <dgm:cxn modelId="{E291F6A9-6150-47AA-BDA1-3BE1B616A3D5}" type="presParOf" srcId="{88C14708-3B48-481D-8754-4B7E72D06296}" destId="{D6F39941-CB4C-4CFA-BCA3-A70AAE733C9D}" srcOrd="1" destOrd="0" presId="urn:microsoft.com/office/officeart/2005/8/layout/chevronAccent+Icon"/>
    <dgm:cxn modelId="{32DE7E2D-5472-4D3B-92FE-783A851B9BAD}" type="presParOf" srcId="{149CEB8C-9943-449C-91FD-41036BFF564C}" destId="{4A8202F3-6148-42B9-88AD-911179CDAB56}" srcOrd="3" destOrd="0" presId="urn:microsoft.com/office/officeart/2005/8/layout/chevronAccent+Icon"/>
    <dgm:cxn modelId="{4A499CB8-6DEE-4310-A1A7-3AF120CF437C}" type="presParOf" srcId="{149CEB8C-9943-449C-91FD-41036BFF564C}" destId="{CC093945-A844-48DA-BF7E-27872F00217F}" srcOrd="4" destOrd="0" presId="urn:microsoft.com/office/officeart/2005/8/layout/chevronAccent+Icon"/>
    <dgm:cxn modelId="{6434E9B2-C10C-4188-880A-80996A7C01C5}" type="presParOf" srcId="{CC093945-A844-48DA-BF7E-27872F00217F}" destId="{1276AE73-26C2-42BD-A65D-E44F37676AC4}" srcOrd="0" destOrd="0" presId="urn:microsoft.com/office/officeart/2005/8/layout/chevronAccent+Icon"/>
    <dgm:cxn modelId="{8009A80D-D601-46D4-A16F-3884D00935E4}" type="presParOf" srcId="{CC093945-A844-48DA-BF7E-27872F00217F}" destId="{66A316C6-04B4-47D8-B2A3-CD2AE664AABA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2C8559-D553-47AA-9DE2-1347896F8068}" type="doc">
      <dgm:prSet loTypeId="urn:microsoft.com/office/officeart/2008/layout/LinedList" loCatId="list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AE2BB6B-2DB6-4754-A32C-F23F2E8B128D}">
      <dgm:prSet custT="1"/>
      <dgm:spPr/>
      <dgm:t>
        <a:bodyPr/>
        <a:lstStyle/>
        <a:p>
          <a:r>
            <a:rPr lang="en-US" sz="2400" dirty="0"/>
            <a:t>1. Merged Patient table with the Diagnosis table</a:t>
          </a:r>
        </a:p>
      </dgm:t>
    </dgm:pt>
    <dgm:pt modelId="{8E6A9DDE-D213-40BE-A3A6-A35F497E1072}" type="parTrans" cxnId="{10CBCADE-5958-4BA5-B12C-785803DCDE6C}">
      <dgm:prSet/>
      <dgm:spPr/>
      <dgm:t>
        <a:bodyPr/>
        <a:lstStyle/>
        <a:p>
          <a:endParaRPr lang="en-US"/>
        </a:p>
      </dgm:t>
    </dgm:pt>
    <dgm:pt modelId="{692C3D49-C9B5-4015-BF98-D427BB2B9602}" type="sibTrans" cxnId="{10CBCADE-5958-4BA5-B12C-785803DCDE6C}">
      <dgm:prSet/>
      <dgm:spPr/>
      <dgm:t>
        <a:bodyPr/>
        <a:lstStyle/>
        <a:p>
          <a:endParaRPr lang="en-US"/>
        </a:p>
      </dgm:t>
    </dgm:pt>
    <dgm:pt modelId="{31EEB254-35E4-47C4-80F4-81B3EEB33ED8}">
      <dgm:prSet custT="1"/>
      <dgm:spPr/>
      <dgm:t>
        <a:bodyPr/>
        <a:lstStyle/>
        <a:p>
          <a:r>
            <a:rPr lang="en-US" sz="2700" dirty="0"/>
            <a:t>2. </a:t>
          </a:r>
          <a:r>
            <a:rPr lang="en-US" sz="2400" dirty="0"/>
            <a:t>Updating the Gender Column using IF-ELSE condition</a:t>
          </a:r>
          <a:endParaRPr lang="en-US" sz="2700" dirty="0"/>
        </a:p>
      </dgm:t>
    </dgm:pt>
    <dgm:pt modelId="{391196F0-C14D-4A93-84AF-42BC47D32BC6}" type="parTrans" cxnId="{53AE2D10-B612-4B67-AA23-573DB8A9911B}">
      <dgm:prSet/>
      <dgm:spPr/>
      <dgm:t>
        <a:bodyPr/>
        <a:lstStyle/>
        <a:p>
          <a:endParaRPr lang="en-US"/>
        </a:p>
      </dgm:t>
    </dgm:pt>
    <dgm:pt modelId="{0FCAA448-DF78-43E7-867E-A84F20D712D0}" type="sibTrans" cxnId="{53AE2D10-B612-4B67-AA23-573DB8A9911B}">
      <dgm:prSet/>
      <dgm:spPr/>
      <dgm:t>
        <a:bodyPr/>
        <a:lstStyle/>
        <a:p>
          <a:endParaRPr lang="en-US"/>
        </a:p>
      </dgm:t>
    </dgm:pt>
    <dgm:pt modelId="{23A430E8-2A39-4643-AD13-DA51B696CA76}">
      <dgm:prSet custT="1"/>
      <dgm:spPr/>
      <dgm:t>
        <a:bodyPr/>
        <a:lstStyle/>
        <a:p>
          <a:r>
            <a:rPr lang="en-US" sz="2400" dirty="0"/>
            <a:t>3. Generated new column – Risk-Classification based on Drug Resistance Status &amp; Comorbidity</a:t>
          </a:r>
          <a:r>
            <a:rPr lang="en-US" sz="2400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ysClr val="windowText" lastClr="000000"/>
              </a:solidFill>
            </a:rPr>
            <a:t> </a:t>
          </a:r>
          <a:endParaRPr lang="en-US" sz="2400" dirty="0">
            <a:ln>
              <a:solidFill>
                <a:schemeClr val="tx1"/>
              </a:solidFill>
            </a:ln>
            <a:solidFill>
              <a:schemeClr val="bg1"/>
            </a:solidFill>
          </a:endParaRPr>
        </a:p>
      </dgm:t>
    </dgm:pt>
    <dgm:pt modelId="{5EB54397-D8C3-4DCF-AC16-42B4B7D82BED}" type="parTrans" cxnId="{AAC61681-9116-4703-A8FF-D629E5262F7E}">
      <dgm:prSet/>
      <dgm:spPr/>
      <dgm:t>
        <a:bodyPr/>
        <a:lstStyle/>
        <a:p>
          <a:endParaRPr lang="en-US"/>
        </a:p>
      </dgm:t>
    </dgm:pt>
    <dgm:pt modelId="{523B6225-5129-4941-91B5-F504256E03C0}" type="sibTrans" cxnId="{AAC61681-9116-4703-A8FF-D629E5262F7E}">
      <dgm:prSet/>
      <dgm:spPr/>
      <dgm:t>
        <a:bodyPr/>
        <a:lstStyle/>
        <a:p>
          <a:endParaRPr lang="en-US"/>
        </a:p>
      </dgm:t>
    </dgm:pt>
    <dgm:pt modelId="{D2A0DA06-5CBC-41CA-9D73-03A1A4CB50B0}">
      <dgm:prSet custT="1"/>
      <dgm:spPr/>
      <dgm:t>
        <a:bodyPr/>
        <a:lstStyle/>
        <a:p>
          <a:r>
            <a:rPr lang="en-US" sz="2700" dirty="0"/>
            <a:t>4. </a:t>
          </a:r>
          <a:r>
            <a:rPr lang="en-US" sz="2400" dirty="0"/>
            <a:t>Merged Diagnosis and Treatment Table using Right Join</a:t>
          </a:r>
          <a:endParaRPr lang="en-US" sz="2700" dirty="0"/>
        </a:p>
      </dgm:t>
    </dgm:pt>
    <dgm:pt modelId="{D8289A37-91EE-4BC7-AA1D-B371843472F5}" type="parTrans" cxnId="{05E8F41D-C3B6-4115-8B11-373289A63009}">
      <dgm:prSet/>
      <dgm:spPr/>
      <dgm:t>
        <a:bodyPr/>
        <a:lstStyle/>
        <a:p>
          <a:endParaRPr lang="en-US"/>
        </a:p>
      </dgm:t>
    </dgm:pt>
    <dgm:pt modelId="{C8660FD6-EC4C-4F4E-AEC9-D776502DF1B1}" type="sibTrans" cxnId="{05E8F41D-C3B6-4115-8B11-373289A63009}">
      <dgm:prSet/>
      <dgm:spPr/>
      <dgm:t>
        <a:bodyPr/>
        <a:lstStyle/>
        <a:p>
          <a:endParaRPr lang="en-US"/>
        </a:p>
      </dgm:t>
    </dgm:pt>
    <dgm:pt modelId="{01053E6A-B010-4F40-B911-0759E78592D0}">
      <dgm:prSet custT="1"/>
      <dgm:spPr/>
      <dgm:t>
        <a:bodyPr/>
        <a:lstStyle/>
        <a:p>
          <a:r>
            <a:rPr lang="en-US" sz="2400" dirty="0"/>
            <a:t>5. Appended new patient rows to the patient table</a:t>
          </a:r>
        </a:p>
      </dgm:t>
    </dgm:pt>
    <dgm:pt modelId="{A6151C37-2192-4B84-A053-7271259FE114}" type="parTrans" cxnId="{022470DB-59F3-4DDE-9FB0-3F84D9060BD5}">
      <dgm:prSet/>
      <dgm:spPr/>
      <dgm:t>
        <a:bodyPr/>
        <a:lstStyle/>
        <a:p>
          <a:endParaRPr lang="en-US"/>
        </a:p>
      </dgm:t>
    </dgm:pt>
    <dgm:pt modelId="{427DD42E-1C24-4D8E-B7C4-B84338934AD5}" type="sibTrans" cxnId="{022470DB-59F3-4DDE-9FB0-3F84D9060BD5}">
      <dgm:prSet/>
      <dgm:spPr/>
      <dgm:t>
        <a:bodyPr/>
        <a:lstStyle/>
        <a:p>
          <a:endParaRPr lang="en-US"/>
        </a:p>
      </dgm:t>
    </dgm:pt>
    <dgm:pt modelId="{038670CB-63D6-4AF2-917E-1CAD0ACC6319}" type="pres">
      <dgm:prSet presAssocID="{E32C8559-D553-47AA-9DE2-1347896F8068}" presName="vert0" presStyleCnt="0">
        <dgm:presLayoutVars>
          <dgm:dir/>
          <dgm:animOne val="branch"/>
          <dgm:animLvl val="lvl"/>
        </dgm:presLayoutVars>
      </dgm:prSet>
      <dgm:spPr/>
    </dgm:pt>
    <dgm:pt modelId="{F58E96DA-F2E6-41A8-BE4F-CF4553C6D1BB}" type="pres">
      <dgm:prSet presAssocID="{DAE2BB6B-2DB6-4754-A32C-F23F2E8B128D}" presName="thickLine" presStyleLbl="alignNode1" presStyleIdx="0" presStyleCnt="5"/>
      <dgm:spPr/>
    </dgm:pt>
    <dgm:pt modelId="{3DB604E4-77F1-49E5-A178-CD640139609C}" type="pres">
      <dgm:prSet presAssocID="{DAE2BB6B-2DB6-4754-A32C-F23F2E8B128D}" presName="horz1" presStyleCnt="0"/>
      <dgm:spPr/>
    </dgm:pt>
    <dgm:pt modelId="{AD0AD314-BE50-4E20-8AD3-E4F651F10DCD}" type="pres">
      <dgm:prSet presAssocID="{DAE2BB6B-2DB6-4754-A32C-F23F2E8B128D}" presName="tx1" presStyleLbl="revTx" presStyleIdx="0" presStyleCnt="5" custLinFactNeighborX="4780" custLinFactNeighborY="-61"/>
      <dgm:spPr/>
    </dgm:pt>
    <dgm:pt modelId="{635175B7-ABE5-4091-9367-EEAE3301F2DA}" type="pres">
      <dgm:prSet presAssocID="{DAE2BB6B-2DB6-4754-A32C-F23F2E8B128D}" presName="vert1" presStyleCnt="0"/>
      <dgm:spPr/>
    </dgm:pt>
    <dgm:pt modelId="{026BEE60-3F95-4B65-B7DF-BCBBC2D13C57}" type="pres">
      <dgm:prSet presAssocID="{31EEB254-35E4-47C4-80F4-81B3EEB33ED8}" presName="thickLine" presStyleLbl="alignNode1" presStyleIdx="1" presStyleCnt="5"/>
      <dgm:spPr/>
    </dgm:pt>
    <dgm:pt modelId="{7C39AEAB-24B0-4C2E-818D-2CF1D88707FA}" type="pres">
      <dgm:prSet presAssocID="{31EEB254-35E4-47C4-80F4-81B3EEB33ED8}" presName="horz1" presStyleCnt="0"/>
      <dgm:spPr/>
    </dgm:pt>
    <dgm:pt modelId="{4F1B6F22-6416-401A-810F-4BCBA42ABBAF}" type="pres">
      <dgm:prSet presAssocID="{31EEB254-35E4-47C4-80F4-81B3EEB33ED8}" presName="tx1" presStyleLbl="revTx" presStyleIdx="1" presStyleCnt="5"/>
      <dgm:spPr/>
    </dgm:pt>
    <dgm:pt modelId="{0AC31D1A-F135-4602-A797-905196202BC3}" type="pres">
      <dgm:prSet presAssocID="{31EEB254-35E4-47C4-80F4-81B3EEB33ED8}" presName="vert1" presStyleCnt="0"/>
      <dgm:spPr/>
    </dgm:pt>
    <dgm:pt modelId="{E86790E6-347C-4DF3-B40C-B7F837641E52}" type="pres">
      <dgm:prSet presAssocID="{23A430E8-2A39-4643-AD13-DA51B696CA76}" presName="thickLine" presStyleLbl="alignNode1" presStyleIdx="2" presStyleCnt="5"/>
      <dgm:spPr/>
    </dgm:pt>
    <dgm:pt modelId="{32C6CA49-1626-4263-AECE-1378D362643C}" type="pres">
      <dgm:prSet presAssocID="{23A430E8-2A39-4643-AD13-DA51B696CA76}" presName="horz1" presStyleCnt="0"/>
      <dgm:spPr/>
    </dgm:pt>
    <dgm:pt modelId="{A009348A-35C3-4F03-80EF-22753E951CF4}" type="pres">
      <dgm:prSet presAssocID="{23A430E8-2A39-4643-AD13-DA51B696CA76}" presName="tx1" presStyleLbl="revTx" presStyleIdx="2" presStyleCnt="5"/>
      <dgm:spPr/>
    </dgm:pt>
    <dgm:pt modelId="{8D0A0922-4B02-4405-9620-8D7A736AD6B5}" type="pres">
      <dgm:prSet presAssocID="{23A430E8-2A39-4643-AD13-DA51B696CA76}" presName="vert1" presStyleCnt="0"/>
      <dgm:spPr/>
    </dgm:pt>
    <dgm:pt modelId="{1FF33F28-142D-42EA-AADC-231A7DB99AE7}" type="pres">
      <dgm:prSet presAssocID="{D2A0DA06-5CBC-41CA-9D73-03A1A4CB50B0}" presName="thickLine" presStyleLbl="alignNode1" presStyleIdx="3" presStyleCnt="5"/>
      <dgm:spPr/>
    </dgm:pt>
    <dgm:pt modelId="{4AE1DBA6-4088-48C0-8487-261FD9D33A48}" type="pres">
      <dgm:prSet presAssocID="{D2A0DA06-5CBC-41CA-9D73-03A1A4CB50B0}" presName="horz1" presStyleCnt="0"/>
      <dgm:spPr/>
    </dgm:pt>
    <dgm:pt modelId="{79B5B573-8526-4849-9794-41ECE4A4E91A}" type="pres">
      <dgm:prSet presAssocID="{D2A0DA06-5CBC-41CA-9D73-03A1A4CB50B0}" presName="tx1" presStyleLbl="revTx" presStyleIdx="3" presStyleCnt="5"/>
      <dgm:spPr/>
    </dgm:pt>
    <dgm:pt modelId="{8E3D2634-5DC1-4B15-8527-6485F317AC4B}" type="pres">
      <dgm:prSet presAssocID="{D2A0DA06-5CBC-41CA-9D73-03A1A4CB50B0}" presName="vert1" presStyleCnt="0"/>
      <dgm:spPr/>
    </dgm:pt>
    <dgm:pt modelId="{DBC61007-E0B3-4E65-B786-A937A205832B}" type="pres">
      <dgm:prSet presAssocID="{01053E6A-B010-4F40-B911-0759E78592D0}" presName="thickLine" presStyleLbl="alignNode1" presStyleIdx="4" presStyleCnt="5"/>
      <dgm:spPr/>
    </dgm:pt>
    <dgm:pt modelId="{9BD2DA4C-DCE9-46EB-928C-A8F36C532439}" type="pres">
      <dgm:prSet presAssocID="{01053E6A-B010-4F40-B911-0759E78592D0}" presName="horz1" presStyleCnt="0"/>
      <dgm:spPr/>
    </dgm:pt>
    <dgm:pt modelId="{C597418B-0967-480D-9277-B9763558E635}" type="pres">
      <dgm:prSet presAssocID="{01053E6A-B010-4F40-B911-0759E78592D0}" presName="tx1" presStyleLbl="revTx" presStyleIdx="4" presStyleCnt="5"/>
      <dgm:spPr/>
    </dgm:pt>
    <dgm:pt modelId="{47071882-6A53-4DB3-AFF5-D0C62C9D2DEF}" type="pres">
      <dgm:prSet presAssocID="{01053E6A-B010-4F40-B911-0759E78592D0}" presName="vert1" presStyleCnt="0"/>
      <dgm:spPr/>
    </dgm:pt>
  </dgm:ptLst>
  <dgm:cxnLst>
    <dgm:cxn modelId="{53AE2D10-B612-4B67-AA23-573DB8A9911B}" srcId="{E32C8559-D553-47AA-9DE2-1347896F8068}" destId="{31EEB254-35E4-47C4-80F4-81B3EEB33ED8}" srcOrd="1" destOrd="0" parTransId="{391196F0-C14D-4A93-84AF-42BC47D32BC6}" sibTransId="{0FCAA448-DF78-43E7-867E-A84F20D712D0}"/>
    <dgm:cxn modelId="{EF445A12-540F-4929-B1B0-418CC0EC61E2}" type="presOf" srcId="{31EEB254-35E4-47C4-80F4-81B3EEB33ED8}" destId="{4F1B6F22-6416-401A-810F-4BCBA42ABBAF}" srcOrd="0" destOrd="0" presId="urn:microsoft.com/office/officeart/2008/layout/LinedList"/>
    <dgm:cxn modelId="{05E8F41D-C3B6-4115-8B11-373289A63009}" srcId="{E32C8559-D553-47AA-9DE2-1347896F8068}" destId="{D2A0DA06-5CBC-41CA-9D73-03A1A4CB50B0}" srcOrd="3" destOrd="0" parTransId="{D8289A37-91EE-4BC7-AA1D-B371843472F5}" sibTransId="{C8660FD6-EC4C-4F4E-AEC9-D776502DF1B1}"/>
    <dgm:cxn modelId="{25EDE835-A159-4BD1-8491-70F7BE783559}" type="presOf" srcId="{23A430E8-2A39-4643-AD13-DA51B696CA76}" destId="{A009348A-35C3-4F03-80EF-22753E951CF4}" srcOrd="0" destOrd="0" presId="urn:microsoft.com/office/officeart/2008/layout/LinedList"/>
    <dgm:cxn modelId="{49BC3639-DCC8-42D9-A940-05FF3A422A6A}" type="presOf" srcId="{DAE2BB6B-2DB6-4754-A32C-F23F2E8B128D}" destId="{AD0AD314-BE50-4E20-8AD3-E4F651F10DCD}" srcOrd="0" destOrd="0" presId="urn:microsoft.com/office/officeart/2008/layout/LinedList"/>
    <dgm:cxn modelId="{A4CB2A48-E3BB-44B3-8CBF-37A641136127}" type="presOf" srcId="{01053E6A-B010-4F40-B911-0759E78592D0}" destId="{C597418B-0967-480D-9277-B9763558E635}" srcOrd="0" destOrd="0" presId="urn:microsoft.com/office/officeart/2008/layout/LinedList"/>
    <dgm:cxn modelId="{1C4B3649-45EB-414F-9463-E35B9D3AABBE}" type="presOf" srcId="{D2A0DA06-5CBC-41CA-9D73-03A1A4CB50B0}" destId="{79B5B573-8526-4849-9794-41ECE4A4E91A}" srcOrd="0" destOrd="0" presId="urn:microsoft.com/office/officeart/2008/layout/LinedList"/>
    <dgm:cxn modelId="{AAC61681-9116-4703-A8FF-D629E5262F7E}" srcId="{E32C8559-D553-47AA-9DE2-1347896F8068}" destId="{23A430E8-2A39-4643-AD13-DA51B696CA76}" srcOrd="2" destOrd="0" parTransId="{5EB54397-D8C3-4DCF-AC16-42B4B7D82BED}" sibTransId="{523B6225-5129-4941-91B5-F504256E03C0}"/>
    <dgm:cxn modelId="{971ED3B9-D3CF-4C5D-B5A7-8FFDF3DB975B}" type="presOf" srcId="{E32C8559-D553-47AA-9DE2-1347896F8068}" destId="{038670CB-63D6-4AF2-917E-1CAD0ACC6319}" srcOrd="0" destOrd="0" presId="urn:microsoft.com/office/officeart/2008/layout/LinedList"/>
    <dgm:cxn modelId="{022470DB-59F3-4DDE-9FB0-3F84D9060BD5}" srcId="{E32C8559-D553-47AA-9DE2-1347896F8068}" destId="{01053E6A-B010-4F40-B911-0759E78592D0}" srcOrd="4" destOrd="0" parTransId="{A6151C37-2192-4B84-A053-7271259FE114}" sibTransId="{427DD42E-1C24-4D8E-B7C4-B84338934AD5}"/>
    <dgm:cxn modelId="{10CBCADE-5958-4BA5-B12C-785803DCDE6C}" srcId="{E32C8559-D553-47AA-9DE2-1347896F8068}" destId="{DAE2BB6B-2DB6-4754-A32C-F23F2E8B128D}" srcOrd="0" destOrd="0" parTransId="{8E6A9DDE-D213-40BE-A3A6-A35F497E1072}" sibTransId="{692C3D49-C9B5-4015-BF98-D427BB2B9602}"/>
    <dgm:cxn modelId="{6ABACE5C-3AEC-4652-AA4B-B834531F1E63}" type="presParOf" srcId="{038670CB-63D6-4AF2-917E-1CAD0ACC6319}" destId="{F58E96DA-F2E6-41A8-BE4F-CF4553C6D1BB}" srcOrd="0" destOrd="0" presId="urn:microsoft.com/office/officeart/2008/layout/LinedList"/>
    <dgm:cxn modelId="{8D7DE257-F9B3-4CDA-9F85-43FBD4CCB49E}" type="presParOf" srcId="{038670CB-63D6-4AF2-917E-1CAD0ACC6319}" destId="{3DB604E4-77F1-49E5-A178-CD640139609C}" srcOrd="1" destOrd="0" presId="urn:microsoft.com/office/officeart/2008/layout/LinedList"/>
    <dgm:cxn modelId="{48F6BA89-9578-4811-A9AC-308FD9757C7D}" type="presParOf" srcId="{3DB604E4-77F1-49E5-A178-CD640139609C}" destId="{AD0AD314-BE50-4E20-8AD3-E4F651F10DCD}" srcOrd="0" destOrd="0" presId="urn:microsoft.com/office/officeart/2008/layout/LinedList"/>
    <dgm:cxn modelId="{508E114E-632F-40F4-9DB2-FA01213DEEA8}" type="presParOf" srcId="{3DB604E4-77F1-49E5-A178-CD640139609C}" destId="{635175B7-ABE5-4091-9367-EEAE3301F2DA}" srcOrd="1" destOrd="0" presId="urn:microsoft.com/office/officeart/2008/layout/LinedList"/>
    <dgm:cxn modelId="{AEB9352A-BC6C-4A22-975A-12B966790642}" type="presParOf" srcId="{038670CB-63D6-4AF2-917E-1CAD0ACC6319}" destId="{026BEE60-3F95-4B65-B7DF-BCBBC2D13C57}" srcOrd="2" destOrd="0" presId="urn:microsoft.com/office/officeart/2008/layout/LinedList"/>
    <dgm:cxn modelId="{4E90D4D0-789D-423C-AD07-E0413E67389C}" type="presParOf" srcId="{038670CB-63D6-4AF2-917E-1CAD0ACC6319}" destId="{7C39AEAB-24B0-4C2E-818D-2CF1D88707FA}" srcOrd="3" destOrd="0" presId="urn:microsoft.com/office/officeart/2008/layout/LinedList"/>
    <dgm:cxn modelId="{3BED7856-FB93-4C3D-A26D-BB1E8A383AD3}" type="presParOf" srcId="{7C39AEAB-24B0-4C2E-818D-2CF1D88707FA}" destId="{4F1B6F22-6416-401A-810F-4BCBA42ABBAF}" srcOrd="0" destOrd="0" presId="urn:microsoft.com/office/officeart/2008/layout/LinedList"/>
    <dgm:cxn modelId="{74562DF9-0026-42F2-9E08-2A67AADF4D73}" type="presParOf" srcId="{7C39AEAB-24B0-4C2E-818D-2CF1D88707FA}" destId="{0AC31D1A-F135-4602-A797-905196202BC3}" srcOrd="1" destOrd="0" presId="urn:microsoft.com/office/officeart/2008/layout/LinedList"/>
    <dgm:cxn modelId="{07B04B23-A29B-4C24-BFE7-4D97151D9E95}" type="presParOf" srcId="{038670CB-63D6-4AF2-917E-1CAD0ACC6319}" destId="{E86790E6-347C-4DF3-B40C-B7F837641E52}" srcOrd="4" destOrd="0" presId="urn:microsoft.com/office/officeart/2008/layout/LinedList"/>
    <dgm:cxn modelId="{DB386769-E4A9-46E5-8B80-ED693F7CB54A}" type="presParOf" srcId="{038670CB-63D6-4AF2-917E-1CAD0ACC6319}" destId="{32C6CA49-1626-4263-AECE-1378D362643C}" srcOrd="5" destOrd="0" presId="urn:microsoft.com/office/officeart/2008/layout/LinedList"/>
    <dgm:cxn modelId="{0DC3ACAD-429D-4016-BE89-41C02D28C981}" type="presParOf" srcId="{32C6CA49-1626-4263-AECE-1378D362643C}" destId="{A009348A-35C3-4F03-80EF-22753E951CF4}" srcOrd="0" destOrd="0" presId="urn:microsoft.com/office/officeart/2008/layout/LinedList"/>
    <dgm:cxn modelId="{28392D1F-1109-4217-B304-ADD95B9CF141}" type="presParOf" srcId="{32C6CA49-1626-4263-AECE-1378D362643C}" destId="{8D0A0922-4B02-4405-9620-8D7A736AD6B5}" srcOrd="1" destOrd="0" presId="urn:microsoft.com/office/officeart/2008/layout/LinedList"/>
    <dgm:cxn modelId="{8044E7B4-060F-4277-8C40-24C3050EB310}" type="presParOf" srcId="{038670CB-63D6-4AF2-917E-1CAD0ACC6319}" destId="{1FF33F28-142D-42EA-AADC-231A7DB99AE7}" srcOrd="6" destOrd="0" presId="urn:microsoft.com/office/officeart/2008/layout/LinedList"/>
    <dgm:cxn modelId="{82CD44F3-133E-49FF-B932-9144A2EE65F9}" type="presParOf" srcId="{038670CB-63D6-4AF2-917E-1CAD0ACC6319}" destId="{4AE1DBA6-4088-48C0-8487-261FD9D33A48}" srcOrd="7" destOrd="0" presId="urn:microsoft.com/office/officeart/2008/layout/LinedList"/>
    <dgm:cxn modelId="{1FDD7302-8AC1-4063-8568-E131B38CE899}" type="presParOf" srcId="{4AE1DBA6-4088-48C0-8487-261FD9D33A48}" destId="{79B5B573-8526-4849-9794-41ECE4A4E91A}" srcOrd="0" destOrd="0" presId="urn:microsoft.com/office/officeart/2008/layout/LinedList"/>
    <dgm:cxn modelId="{71500351-134E-493A-95E8-EB4408A714CD}" type="presParOf" srcId="{4AE1DBA6-4088-48C0-8487-261FD9D33A48}" destId="{8E3D2634-5DC1-4B15-8527-6485F317AC4B}" srcOrd="1" destOrd="0" presId="urn:microsoft.com/office/officeart/2008/layout/LinedList"/>
    <dgm:cxn modelId="{9A377A30-8B6B-4F05-B38C-76074A047C94}" type="presParOf" srcId="{038670CB-63D6-4AF2-917E-1CAD0ACC6319}" destId="{DBC61007-E0B3-4E65-B786-A937A205832B}" srcOrd="8" destOrd="0" presId="urn:microsoft.com/office/officeart/2008/layout/LinedList"/>
    <dgm:cxn modelId="{7DC61E67-C6A4-4097-9D9A-A2FE44E4BC28}" type="presParOf" srcId="{038670CB-63D6-4AF2-917E-1CAD0ACC6319}" destId="{9BD2DA4C-DCE9-46EB-928C-A8F36C532439}" srcOrd="9" destOrd="0" presId="urn:microsoft.com/office/officeart/2008/layout/LinedList"/>
    <dgm:cxn modelId="{439FEF07-72E7-4519-8E3F-A532D2DFD951}" type="presParOf" srcId="{9BD2DA4C-DCE9-46EB-928C-A8F36C532439}" destId="{C597418B-0967-480D-9277-B9763558E635}" srcOrd="0" destOrd="0" presId="urn:microsoft.com/office/officeart/2008/layout/LinedList"/>
    <dgm:cxn modelId="{4409EF68-310B-4DB2-86EB-9A24F29AA648}" type="presParOf" srcId="{9BD2DA4C-DCE9-46EB-928C-A8F36C532439}" destId="{47071882-6A53-4DB3-AFF5-D0C62C9D2D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95747-41E4-4B86-A67C-B47F622C1D6D}">
      <dsp:nvSpPr>
        <dsp:cNvPr id="0" name=""/>
        <dsp:cNvSpPr/>
      </dsp:nvSpPr>
      <dsp:spPr>
        <a:xfrm>
          <a:off x="0" y="525"/>
          <a:ext cx="7269337" cy="12302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1E2FA-657C-426F-BA78-3F6971A3993E}">
      <dsp:nvSpPr>
        <dsp:cNvPr id="0" name=""/>
        <dsp:cNvSpPr/>
      </dsp:nvSpPr>
      <dsp:spPr>
        <a:xfrm>
          <a:off x="372163" y="277341"/>
          <a:ext cx="676660" cy="676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C2F15-F8BA-4F7F-ADB8-80C41046A8D5}">
      <dsp:nvSpPr>
        <dsp:cNvPr id="0" name=""/>
        <dsp:cNvSpPr/>
      </dsp:nvSpPr>
      <dsp:spPr>
        <a:xfrm>
          <a:off x="1420987" y="525"/>
          <a:ext cx="5848349" cy="123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206" tIns="130206" rIns="130206" bIns="130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Topic</a:t>
          </a:r>
          <a:r>
            <a:rPr lang="en-US" sz="2000" kern="1200" dirty="0"/>
            <a:t>: Tuberculosis (TB) Treatment Monitoring via DOTS</a:t>
          </a:r>
        </a:p>
      </dsp:txBody>
      <dsp:txXfrm>
        <a:off x="1420987" y="525"/>
        <a:ext cx="5848349" cy="1230292"/>
      </dsp:txXfrm>
    </dsp:sp>
    <dsp:sp modelId="{15F5B0C0-BA5B-48FC-AC04-09B49E4C3AD7}">
      <dsp:nvSpPr>
        <dsp:cNvPr id="0" name=""/>
        <dsp:cNvSpPr/>
      </dsp:nvSpPr>
      <dsp:spPr>
        <a:xfrm>
          <a:off x="0" y="1538391"/>
          <a:ext cx="7269337" cy="12302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A4013-110B-4094-8893-4F128B3E2000}">
      <dsp:nvSpPr>
        <dsp:cNvPr id="0" name=""/>
        <dsp:cNvSpPr/>
      </dsp:nvSpPr>
      <dsp:spPr>
        <a:xfrm>
          <a:off x="372163" y="1815207"/>
          <a:ext cx="676660" cy="676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77ADF-30AF-4720-ADA9-91A9DE66A7F0}">
      <dsp:nvSpPr>
        <dsp:cNvPr id="0" name=""/>
        <dsp:cNvSpPr/>
      </dsp:nvSpPr>
      <dsp:spPr>
        <a:xfrm>
          <a:off x="1420987" y="1538391"/>
          <a:ext cx="5848349" cy="123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206" tIns="130206" rIns="130206" bIns="130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Source: </a:t>
          </a:r>
          <a:r>
            <a:rPr lang="en-US" sz="2000" kern="1200" dirty="0"/>
            <a:t>Extended from SQL-based project dataset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Generated Dummy Dataset</a:t>
          </a:r>
        </a:p>
      </dsp:txBody>
      <dsp:txXfrm>
        <a:off x="1420987" y="1538391"/>
        <a:ext cx="5848349" cy="1230292"/>
      </dsp:txXfrm>
    </dsp:sp>
    <dsp:sp modelId="{5DBEA5A3-C88D-4ABD-8EDB-672D984113ED}">
      <dsp:nvSpPr>
        <dsp:cNvPr id="0" name=""/>
        <dsp:cNvSpPr/>
      </dsp:nvSpPr>
      <dsp:spPr>
        <a:xfrm>
          <a:off x="0" y="3076256"/>
          <a:ext cx="7269337" cy="12302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9706E-55F1-408E-AE39-6E199F259223}">
      <dsp:nvSpPr>
        <dsp:cNvPr id="0" name=""/>
        <dsp:cNvSpPr/>
      </dsp:nvSpPr>
      <dsp:spPr>
        <a:xfrm>
          <a:off x="372163" y="3353072"/>
          <a:ext cx="676660" cy="676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43855-2748-4F81-AE56-321F1BD009B0}">
      <dsp:nvSpPr>
        <dsp:cNvPr id="0" name=""/>
        <dsp:cNvSpPr/>
      </dsp:nvSpPr>
      <dsp:spPr>
        <a:xfrm>
          <a:off x="1420987" y="3076256"/>
          <a:ext cx="5848349" cy="1230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206" tIns="130206" rIns="130206" bIns="130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Goal: </a:t>
          </a:r>
          <a:r>
            <a:rPr lang="en-US" sz="2000" kern="1200" dirty="0"/>
            <a:t>Perform Descriptive and Inferential statistical and visual analysis using Python – NumPy, Pandas, Matplot &amp; SciPy</a:t>
          </a:r>
        </a:p>
      </dsp:txBody>
      <dsp:txXfrm>
        <a:off x="1420987" y="3076256"/>
        <a:ext cx="5848349" cy="1230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D4432-4189-4E59-A956-E26116678632}">
      <dsp:nvSpPr>
        <dsp:cNvPr id="0" name=""/>
        <dsp:cNvSpPr/>
      </dsp:nvSpPr>
      <dsp:spPr>
        <a:xfrm rot="5400000">
          <a:off x="479354" y="1311383"/>
          <a:ext cx="1426553" cy="2373753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9CC830E-B956-45B3-AB33-9EF6A82F71C2}">
      <dsp:nvSpPr>
        <dsp:cNvPr id="0" name=""/>
        <dsp:cNvSpPr/>
      </dsp:nvSpPr>
      <dsp:spPr>
        <a:xfrm>
          <a:off x="241227" y="2020624"/>
          <a:ext cx="2143038" cy="1878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Tables Used: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900" kern="1200" dirty="0"/>
            <a:t>Patient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900" kern="1200" dirty="0"/>
            <a:t> Diagnosis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900" kern="1200" dirty="0"/>
            <a:t>Treatment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900" kern="1200" dirty="0"/>
            <a:t>Outcome</a:t>
          </a:r>
        </a:p>
      </dsp:txBody>
      <dsp:txXfrm>
        <a:off x="241227" y="2020624"/>
        <a:ext cx="2143038" cy="1878498"/>
      </dsp:txXfrm>
    </dsp:sp>
    <dsp:sp modelId="{6A1B6EBF-0603-49E5-89FC-3D284CBD7EEF}">
      <dsp:nvSpPr>
        <dsp:cNvPr id="0" name=""/>
        <dsp:cNvSpPr/>
      </dsp:nvSpPr>
      <dsp:spPr>
        <a:xfrm>
          <a:off x="1979918" y="1136625"/>
          <a:ext cx="404346" cy="404346"/>
        </a:xfrm>
        <a:prstGeom prst="triangle">
          <a:avLst>
            <a:gd name="adj" fmla="val 100000"/>
          </a:avLst>
        </a:prstGeom>
        <a:solidFill>
          <a:schemeClr val="accent2">
            <a:hueOff val="-1856167"/>
            <a:satOff val="606"/>
            <a:lumOff val="-539"/>
            <a:alphaOff val="0"/>
          </a:schemeClr>
        </a:solidFill>
        <a:ln w="13970" cap="flat" cmpd="sng" algn="ctr">
          <a:solidFill>
            <a:schemeClr val="accent2">
              <a:hueOff val="-1856167"/>
              <a:satOff val="606"/>
              <a:lumOff val="-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54A4AB-E33B-448A-90EC-10EC496E40AB}">
      <dsp:nvSpPr>
        <dsp:cNvPr id="0" name=""/>
        <dsp:cNvSpPr/>
      </dsp:nvSpPr>
      <dsp:spPr>
        <a:xfrm rot="5400000">
          <a:off x="3102851" y="662196"/>
          <a:ext cx="1426553" cy="2373753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BF64235-B234-4A42-8313-C8B4557063A2}">
      <dsp:nvSpPr>
        <dsp:cNvPr id="0" name=""/>
        <dsp:cNvSpPr/>
      </dsp:nvSpPr>
      <dsp:spPr>
        <a:xfrm>
          <a:off x="2864724" y="1371437"/>
          <a:ext cx="2143038" cy="1878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Observations: About 25 per table</a:t>
          </a:r>
        </a:p>
      </dsp:txBody>
      <dsp:txXfrm>
        <a:off x="2864724" y="1371437"/>
        <a:ext cx="2143038" cy="1878498"/>
      </dsp:txXfrm>
    </dsp:sp>
    <dsp:sp modelId="{DC7A9F01-FD75-449C-AE96-8786A62B3893}">
      <dsp:nvSpPr>
        <dsp:cNvPr id="0" name=""/>
        <dsp:cNvSpPr/>
      </dsp:nvSpPr>
      <dsp:spPr>
        <a:xfrm>
          <a:off x="4603415" y="487438"/>
          <a:ext cx="404346" cy="404346"/>
        </a:xfrm>
        <a:prstGeom prst="triangle">
          <a:avLst>
            <a:gd name="adj" fmla="val 100000"/>
          </a:avLst>
        </a:prstGeom>
        <a:solidFill>
          <a:schemeClr val="accent2">
            <a:hueOff val="-5568501"/>
            <a:satOff val="1817"/>
            <a:lumOff val="-1618"/>
            <a:alphaOff val="0"/>
          </a:schemeClr>
        </a:solidFill>
        <a:ln w="13970" cap="flat" cmpd="sng" algn="ctr">
          <a:solidFill>
            <a:schemeClr val="accent2">
              <a:hueOff val="-5568501"/>
              <a:satOff val="1817"/>
              <a:lumOff val="-16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85B87F-1E97-499F-A0FB-8CE6C13B02FF}">
      <dsp:nvSpPr>
        <dsp:cNvPr id="0" name=""/>
        <dsp:cNvSpPr/>
      </dsp:nvSpPr>
      <dsp:spPr>
        <a:xfrm rot="5400000">
          <a:off x="5726348" y="13009"/>
          <a:ext cx="1426553" cy="2373753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C2D2D-AAAA-411B-9D9E-EEBD4780C320}">
      <dsp:nvSpPr>
        <dsp:cNvPr id="0" name=""/>
        <dsp:cNvSpPr/>
      </dsp:nvSpPr>
      <dsp:spPr>
        <a:xfrm>
          <a:off x="5488221" y="722250"/>
          <a:ext cx="2143038" cy="1878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Each table has about 5 columns</a:t>
          </a:r>
        </a:p>
      </dsp:txBody>
      <dsp:txXfrm>
        <a:off x="5488221" y="722250"/>
        <a:ext cx="2143038" cy="18784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B0E89-4A82-48C2-B923-84A8D3D1E707}">
      <dsp:nvSpPr>
        <dsp:cNvPr id="0" name=""/>
        <dsp:cNvSpPr/>
      </dsp:nvSpPr>
      <dsp:spPr>
        <a:xfrm>
          <a:off x="904" y="595025"/>
          <a:ext cx="2271395" cy="876758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DFDAF6-8773-46FF-A7F7-3521D85B614E}">
      <dsp:nvSpPr>
        <dsp:cNvPr id="0" name=""/>
        <dsp:cNvSpPr/>
      </dsp:nvSpPr>
      <dsp:spPr>
        <a:xfrm>
          <a:off x="606609" y="814215"/>
          <a:ext cx="1918067" cy="876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Imported the modified dataset using pandas from CSV</a:t>
          </a:r>
          <a:endParaRPr lang="en-US" sz="1200" kern="1200"/>
        </a:p>
      </dsp:txBody>
      <dsp:txXfrm>
        <a:off x="632288" y="839894"/>
        <a:ext cx="1866709" cy="825400"/>
      </dsp:txXfrm>
    </dsp:sp>
    <dsp:sp modelId="{8D937804-6C03-4D13-8234-83E706F6949C}">
      <dsp:nvSpPr>
        <dsp:cNvPr id="0" name=""/>
        <dsp:cNvSpPr/>
      </dsp:nvSpPr>
      <dsp:spPr>
        <a:xfrm>
          <a:off x="2595342" y="595025"/>
          <a:ext cx="2271395" cy="876758"/>
        </a:xfrm>
        <a:prstGeom prst="chevron">
          <a:avLst>
            <a:gd name="adj" fmla="val 4000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F39941-CB4C-4CFA-BCA3-A70AAE733C9D}">
      <dsp:nvSpPr>
        <dsp:cNvPr id="0" name=""/>
        <dsp:cNvSpPr/>
      </dsp:nvSpPr>
      <dsp:spPr>
        <a:xfrm>
          <a:off x="3201047" y="814215"/>
          <a:ext cx="1918067" cy="876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Checked for missing values and duplicates</a:t>
          </a:r>
          <a:endParaRPr lang="en-US" sz="1200" kern="1200" dirty="0"/>
        </a:p>
      </dsp:txBody>
      <dsp:txXfrm>
        <a:off x="3226726" y="839894"/>
        <a:ext cx="1866709" cy="825400"/>
      </dsp:txXfrm>
    </dsp:sp>
    <dsp:sp modelId="{1276AE73-26C2-42BD-A65D-E44F37676AC4}">
      <dsp:nvSpPr>
        <dsp:cNvPr id="0" name=""/>
        <dsp:cNvSpPr/>
      </dsp:nvSpPr>
      <dsp:spPr>
        <a:xfrm>
          <a:off x="5189780" y="595025"/>
          <a:ext cx="2271395" cy="876758"/>
        </a:xfrm>
        <a:prstGeom prst="chevron">
          <a:avLst>
            <a:gd name="adj" fmla="val 4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A316C6-04B4-47D8-B2A3-CD2AE664AABA}">
      <dsp:nvSpPr>
        <dsp:cNvPr id="0" name=""/>
        <dsp:cNvSpPr/>
      </dsp:nvSpPr>
      <dsp:spPr>
        <a:xfrm>
          <a:off x="5795485" y="814215"/>
          <a:ext cx="1918067" cy="8767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Resetting the Index</a:t>
          </a:r>
          <a:endParaRPr lang="en-US" sz="1200" kern="1200" dirty="0"/>
        </a:p>
      </dsp:txBody>
      <dsp:txXfrm>
        <a:off x="5821164" y="839894"/>
        <a:ext cx="1866709" cy="825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B0E89-4A82-48C2-B923-84A8D3D1E707}">
      <dsp:nvSpPr>
        <dsp:cNvPr id="0" name=""/>
        <dsp:cNvSpPr/>
      </dsp:nvSpPr>
      <dsp:spPr>
        <a:xfrm>
          <a:off x="2072" y="71830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DFDAF6-8773-46FF-A7F7-3521D85B614E}">
      <dsp:nvSpPr>
        <dsp:cNvPr id="0" name=""/>
        <dsp:cNvSpPr/>
      </dsp:nvSpPr>
      <dsp:spPr>
        <a:xfrm>
          <a:off x="683368" y="880545"/>
          <a:ext cx="1923512" cy="10564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Imported the modified dataset using pandas from CSV</a:t>
          </a:r>
          <a:endParaRPr lang="en-US" sz="1400" kern="1200" dirty="0"/>
        </a:p>
      </dsp:txBody>
      <dsp:txXfrm>
        <a:off x="714311" y="911488"/>
        <a:ext cx="1861626" cy="994593"/>
      </dsp:txXfrm>
    </dsp:sp>
    <dsp:sp modelId="{8D937804-6C03-4D13-8234-83E706F6949C}">
      <dsp:nvSpPr>
        <dsp:cNvPr id="0" name=""/>
        <dsp:cNvSpPr/>
      </dsp:nvSpPr>
      <dsp:spPr>
        <a:xfrm>
          <a:off x="2681083" y="739061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F39941-CB4C-4CFA-BCA3-A70AAE733C9D}">
      <dsp:nvSpPr>
        <dsp:cNvPr id="0" name=""/>
        <dsp:cNvSpPr/>
      </dsp:nvSpPr>
      <dsp:spPr>
        <a:xfrm>
          <a:off x="3237638" y="942812"/>
          <a:ext cx="2172994" cy="9734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baseline="0" dirty="0"/>
            <a:t>Dropped duplicates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baseline="0" dirty="0"/>
            <a:t>&amp; </a:t>
          </a:r>
          <a:r>
            <a:rPr lang="en-US" sz="1050" kern="1200" dirty="0"/>
            <a:t>Replaced </a:t>
          </a:r>
          <a:r>
            <a:rPr lang="en-US" sz="1050" kern="1200" dirty="0" err="1"/>
            <a:t>NaN</a:t>
          </a:r>
          <a:r>
            <a:rPr lang="en-US" sz="1050" kern="1200" dirty="0"/>
            <a:t> in Co-morbidities with “None’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&amp; Dropped a specific row with wrong Patient ID</a:t>
          </a:r>
        </a:p>
      </dsp:txBody>
      <dsp:txXfrm>
        <a:off x="3266150" y="971324"/>
        <a:ext cx="2115970" cy="916432"/>
      </dsp:txXfrm>
    </dsp:sp>
    <dsp:sp modelId="{1276AE73-26C2-42BD-A65D-E44F37676AC4}">
      <dsp:nvSpPr>
        <dsp:cNvPr id="0" name=""/>
        <dsp:cNvSpPr/>
      </dsp:nvSpPr>
      <dsp:spPr>
        <a:xfrm>
          <a:off x="5484835" y="75226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A316C6-04B4-47D8-B2A3-CD2AE664AABA}">
      <dsp:nvSpPr>
        <dsp:cNvPr id="0" name=""/>
        <dsp:cNvSpPr/>
      </dsp:nvSpPr>
      <dsp:spPr>
        <a:xfrm>
          <a:off x="6120855" y="982425"/>
          <a:ext cx="2014064" cy="920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baseline="0" dirty="0"/>
            <a:t>Resetting the Index</a:t>
          </a:r>
          <a:endParaRPr lang="en-US" sz="1400" kern="1200" dirty="0"/>
        </a:p>
      </dsp:txBody>
      <dsp:txXfrm>
        <a:off x="6147820" y="1009390"/>
        <a:ext cx="1960134" cy="8667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B0E89-4A82-48C2-B923-84A8D3D1E707}">
      <dsp:nvSpPr>
        <dsp:cNvPr id="0" name=""/>
        <dsp:cNvSpPr/>
      </dsp:nvSpPr>
      <dsp:spPr>
        <a:xfrm>
          <a:off x="2072" y="71830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DFDAF6-8773-46FF-A7F7-3521D85B614E}">
      <dsp:nvSpPr>
        <dsp:cNvPr id="0" name=""/>
        <dsp:cNvSpPr/>
      </dsp:nvSpPr>
      <dsp:spPr>
        <a:xfrm>
          <a:off x="683368" y="880545"/>
          <a:ext cx="1923512" cy="10564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Imported the modified dataset using pandas from CSV</a:t>
          </a:r>
          <a:endParaRPr lang="en-US" sz="1200" kern="1200" dirty="0"/>
        </a:p>
      </dsp:txBody>
      <dsp:txXfrm>
        <a:off x="714311" y="911488"/>
        <a:ext cx="1861626" cy="994593"/>
      </dsp:txXfrm>
    </dsp:sp>
    <dsp:sp modelId="{8D937804-6C03-4D13-8234-83E706F6949C}">
      <dsp:nvSpPr>
        <dsp:cNvPr id="0" name=""/>
        <dsp:cNvSpPr/>
      </dsp:nvSpPr>
      <dsp:spPr>
        <a:xfrm>
          <a:off x="2681083" y="739061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F39941-CB4C-4CFA-BCA3-A70AAE733C9D}">
      <dsp:nvSpPr>
        <dsp:cNvPr id="0" name=""/>
        <dsp:cNvSpPr/>
      </dsp:nvSpPr>
      <dsp:spPr>
        <a:xfrm>
          <a:off x="3237638" y="942812"/>
          <a:ext cx="2172994" cy="9734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Checked &amp; dropped duplicates and missing values, if any</a:t>
          </a:r>
        </a:p>
      </dsp:txBody>
      <dsp:txXfrm>
        <a:off x="3266150" y="971324"/>
        <a:ext cx="2115970" cy="916432"/>
      </dsp:txXfrm>
    </dsp:sp>
    <dsp:sp modelId="{1276AE73-26C2-42BD-A65D-E44F37676AC4}">
      <dsp:nvSpPr>
        <dsp:cNvPr id="0" name=""/>
        <dsp:cNvSpPr/>
      </dsp:nvSpPr>
      <dsp:spPr>
        <a:xfrm>
          <a:off x="5484835" y="75226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A316C6-04B4-47D8-B2A3-CD2AE664AABA}">
      <dsp:nvSpPr>
        <dsp:cNvPr id="0" name=""/>
        <dsp:cNvSpPr/>
      </dsp:nvSpPr>
      <dsp:spPr>
        <a:xfrm>
          <a:off x="6120855" y="982425"/>
          <a:ext cx="2014064" cy="920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Resetting the Index</a:t>
          </a:r>
          <a:endParaRPr lang="en-US" sz="1200" kern="1200" dirty="0"/>
        </a:p>
      </dsp:txBody>
      <dsp:txXfrm>
        <a:off x="6147820" y="1009390"/>
        <a:ext cx="1960134" cy="8667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B0E89-4A82-48C2-B923-84A8D3D1E707}">
      <dsp:nvSpPr>
        <dsp:cNvPr id="0" name=""/>
        <dsp:cNvSpPr/>
      </dsp:nvSpPr>
      <dsp:spPr>
        <a:xfrm>
          <a:off x="2072" y="71830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DFDAF6-8773-46FF-A7F7-3521D85B614E}">
      <dsp:nvSpPr>
        <dsp:cNvPr id="0" name=""/>
        <dsp:cNvSpPr/>
      </dsp:nvSpPr>
      <dsp:spPr>
        <a:xfrm>
          <a:off x="683368" y="880545"/>
          <a:ext cx="1923512" cy="10564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Imported the modified dataset using pandas from CSV</a:t>
          </a:r>
          <a:endParaRPr lang="en-US" sz="1200" kern="1200" dirty="0"/>
        </a:p>
      </dsp:txBody>
      <dsp:txXfrm>
        <a:off x="714311" y="911488"/>
        <a:ext cx="1861626" cy="994593"/>
      </dsp:txXfrm>
    </dsp:sp>
    <dsp:sp modelId="{8D937804-6C03-4D13-8234-83E706F6949C}">
      <dsp:nvSpPr>
        <dsp:cNvPr id="0" name=""/>
        <dsp:cNvSpPr/>
      </dsp:nvSpPr>
      <dsp:spPr>
        <a:xfrm>
          <a:off x="2681083" y="739061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F39941-CB4C-4CFA-BCA3-A70AAE733C9D}">
      <dsp:nvSpPr>
        <dsp:cNvPr id="0" name=""/>
        <dsp:cNvSpPr/>
      </dsp:nvSpPr>
      <dsp:spPr>
        <a:xfrm>
          <a:off x="3237638" y="942812"/>
          <a:ext cx="2172994" cy="9734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3712334"/>
              <a:satOff val="1211"/>
              <a:lumOff val="-1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Checked &amp; dropped duplicates and missing values, if any</a:t>
          </a:r>
        </a:p>
      </dsp:txBody>
      <dsp:txXfrm>
        <a:off x="3266150" y="971324"/>
        <a:ext cx="2115970" cy="916432"/>
      </dsp:txXfrm>
    </dsp:sp>
    <dsp:sp modelId="{1276AE73-26C2-42BD-A65D-E44F37676AC4}">
      <dsp:nvSpPr>
        <dsp:cNvPr id="0" name=""/>
        <dsp:cNvSpPr/>
      </dsp:nvSpPr>
      <dsp:spPr>
        <a:xfrm>
          <a:off x="5484835" y="752265"/>
          <a:ext cx="2385076" cy="920639"/>
        </a:xfrm>
        <a:prstGeom prst="chevron">
          <a:avLst>
            <a:gd name="adj" fmla="val 4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A316C6-04B4-47D8-B2A3-CD2AE664AABA}">
      <dsp:nvSpPr>
        <dsp:cNvPr id="0" name=""/>
        <dsp:cNvSpPr/>
      </dsp:nvSpPr>
      <dsp:spPr>
        <a:xfrm>
          <a:off x="6120855" y="982425"/>
          <a:ext cx="2014064" cy="9206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-7424668"/>
              <a:satOff val="242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/>
            <a:t>Resetting the Index</a:t>
          </a:r>
          <a:endParaRPr lang="en-US" sz="1200" kern="1200" dirty="0"/>
        </a:p>
      </dsp:txBody>
      <dsp:txXfrm>
        <a:off x="6147820" y="1009390"/>
        <a:ext cx="1960134" cy="8667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E96DA-F2E6-41A8-BE4F-CF4553C6D1BB}">
      <dsp:nvSpPr>
        <dsp:cNvPr id="0" name=""/>
        <dsp:cNvSpPr/>
      </dsp:nvSpPr>
      <dsp:spPr>
        <a:xfrm>
          <a:off x="0" y="593"/>
          <a:ext cx="811033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25400" dir="5400000" algn="tl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19050" prstMaterial="flat">
          <a:bevelT w="0" h="0" prst="coolSlant"/>
          <a:contourClr>
            <a:schemeClr val="lt1">
              <a:hueOff val="0"/>
              <a:satOff val="0"/>
              <a:lumOff val="0"/>
              <a:alphaOff val="0"/>
              <a:shade val="25000"/>
              <a:satMod val="14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0AD314-BE50-4E20-8AD3-E4F651F10DCD}">
      <dsp:nvSpPr>
        <dsp:cNvPr id="0" name=""/>
        <dsp:cNvSpPr/>
      </dsp:nvSpPr>
      <dsp:spPr>
        <a:xfrm>
          <a:off x="0" y="0"/>
          <a:ext cx="8110331" cy="971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Merged Patient table with the Diagnosis table</a:t>
          </a:r>
        </a:p>
      </dsp:txBody>
      <dsp:txXfrm>
        <a:off x="0" y="0"/>
        <a:ext cx="8110331" cy="971809"/>
      </dsp:txXfrm>
    </dsp:sp>
    <dsp:sp modelId="{026BEE60-3F95-4B65-B7DF-BCBBC2D13C57}">
      <dsp:nvSpPr>
        <dsp:cNvPr id="0" name=""/>
        <dsp:cNvSpPr/>
      </dsp:nvSpPr>
      <dsp:spPr>
        <a:xfrm>
          <a:off x="0" y="972402"/>
          <a:ext cx="811033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25400" dir="5400000" algn="tl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19050" prstMaterial="flat">
          <a:bevelT w="0" h="0" prst="coolSlant"/>
          <a:contourClr>
            <a:schemeClr val="lt1">
              <a:hueOff val="0"/>
              <a:satOff val="0"/>
              <a:lumOff val="0"/>
              <a:alphaOff val="0"/>
              <a:shade val="25000"/>
              <a:satMod val="14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1B6F22-6416-401A-810F-4BCBA42ABBAF}">
      <dsp:nvSpPr>
        <dsp:cNvPr id="0" name=""/>
        <dsp:cNvSpPr/>
      </dsp:nvSpPr>
      <dsp:spPr>
        <a:xfrm>
          <a:off x="0" y="972402"/>
          <a:ext cx="8110331" cy="971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2. </a:t>
          </a:r>
          <a:r>
            <a:rPr lang="en-US" sz="2400" kern="1200" dirty="0"/>
            <a:t>Updating the Gender Column using IF-ELSE condition</a:t>
          </a:r>
          <a:endParaRPr lang="en-US" sz="2700" kern="1200" dirty="0"/>
        </a:p>
      </dsp:txBody>
      <dsp:txXfrm>
        <a:off x="0" y="972402"/>
        <a:ext cx="8110331" cy="971809"/>
      </dsp:txXfrm>
    </dsp:sp>
    <dsp:sp modelId="{E86790E6-347C-4DF3-B40C-B7F837641E52}">
      <dsp:nvSpPr>
        <dsp:cNvPr id="0" name=""/>
        <dsp:cNvSpPr/>
      </dsp:nvSpPr>
      <dsp:spPr>
        <a:xfrm>
          <a:off x="0" y="1944212"/>
          <a:ext cx="811033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25400" dir="5400000" algn="tl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19050" prstMaterial="flat">
          <a:bevelT w="0" h="0" prst="coolSlant"/>
          <a:contourClr>
            <a:schemeClr val="lt1">
              <a:hueOff val="0"/>
              <a:satOff val="0"/>
              <a:lumOff val="0"/>
              <a:alphaOff val="0"/>
              <a:shade val="25000"/>
              <a:satMod val="14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09348A-35C3-4F03-80EF-22753E951CF4}">
      <dsp:nvSpPr>
        <dsp:cNvPr id="0" name=""/>
        <dsp:cNvSpPr/>
      </dsp:nvSpPr>
      <dsp:spPr>
        <a:xfrm>
          <a:off x="0" y="1944212"/>
          <a:ext cx="8110331" cy="971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Generated new column – Risk-Classification based on Drug Resistance Status &amp; Comorbidity</a:t>
          </a:r>
          <a:r>
            <a:rPr lang="en-US" sz="2400" kern="1200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ysClr val="windowText" lastClr="000000"/>
              </a:solidFill>
            </a:rPr>
            <a:t> </a:t>
          </a:r>
          <a:endParaRPr lang="en-US" sz="2400" kern="1200" dirty="0">
            <a:ln>
              <a:solidFill>
                <a:schemeClr val="tx1"/>
              </a:solidFill>
            </a:ln>
            <a:solidFill>
              <a:schemeClr val="bg1"/>
            </a:solidFill>
          </a:endParaRPr>
        </a:p>
      </dsp:txBody>
      <dsp:txXfrm>
        <a:off x="0" y="1944212"/>
        <a:ext cx="8110331" cy="971809"/>
      </dsp:txXfrm>
    </dsp:sp>
    <dsp:sp modelId="{1FF33F28-142D-42EA-AADC-231A7DB99AE7}">
      <dsp:nvSpPr>
        <dsp:cNvPr id="0" name=""/>
        <dsp:cNvSpPr/>
      </dsp:nvSpPr>
      <dsp:spPr>
        <a:xfrm>
          <a:off x="0" y="2916022"/>
          <a:ext cx="811033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25400" dir="5400000" algn="tl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19050" prstMaterial="flat">
          <a:bevelT w="0" h="0" prst="coolSlant"/>
          <a:contourClr>
            <a:schemeClr val="lt1">
              <a:hueOff val="0"/>
              <a:satOff val="0"/>
              <a:lumOff val="0"/>
              <a:alphaOff val="0"/>
              <a:shade val="25000"/>
              <a:satMod val="14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9B5B573-8526-4849-9794-41ECE4A4E91A}">
      <dsp:nvSpPr>
        <dsp:cNvPr id="0" name=""/>
        <dsp:cNvSpPr/>
      </dsp:nvSpPr>
      <dsp:spPr>
        <a:xfrm>
          <a:off x="0" y="2916022"/>
          <a:ext cx="8110331" cy="971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4. </a:t>
          </a:r>
          <a:r>
            <a:rPr lang="en-US" sz="2400" kern="1200" dirty="0"/>
            <a:t>Merged Diagnosis and Treatment Table using Right Join</a:t>
          </a:r>
          <a:endParaRPr lang="en-US" sz="2700" kern="1200" dirty="0"/>
        </a:p>
      </dsp:txBody>
      <dsp:txXfrm>
        <a:off x="0" y="2916022"/>
        <a:ext cx="8110331" cy="971809"/>
      </dsp:txXfrm>
    </dsp:sp>
    <dsp:sp modelId="{DBC61007-E0B3-4E65-B786-A937A205832B}">
      <dsp:nvSpPr>
        <dsp:cNvPr id="0" name=""/>
        <dsp:cNvSpPr/>
      </dsp:nvSpPr>
      <dsp:spPr>
        <a:xfrm>
          <a:off x="0" y="3887832"/>
          <a:ext cx="811033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25400" dir="5400000" algn="tl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19050" prstMaterial="flat">
          <a:bevelT w="0" h="0" prst="coolSlant"/>
          <a:contourClr>
            <a:schemeClr val="lt1">
              <a:hueOff val="0"/>
              <a:satOff val="0"/>
              <a:lumOff val="0"/>
              <a:alphaOff val="0"/>
              <a:shade val="25000"/>
              <a:satMod val="140000"/>
            </a:schemeClr>
          </a:contourClr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97418B-0967-480D-9277-B9763558E635}">
      <dsp:nvSpPr>
        <dsp:cNvPr id="0" name=""/>
        <dsp:cNvSpPr/>
      </dsp:nvSpPr>
      <dsp:spPr>
        <a:xfrm>
          <a:off x="0" y="3887832"/>
          <a:ext cx="8110331" cy="971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5. Appended new patient rows to the patient table</a:t>
          </a:r>
        </a:p>
      </dsp:txBody>
      <dsp:txXfrm>
        <a:off x="0" y="3887832"/>
        <a:ext cx="8110331" cy="971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48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0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05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4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4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0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7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14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9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9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961" y="995516"/>
            <a:ext cx="8790039" cy="2743200"/>
          </a:xfrm>
        </p:spPr>
        <p:txBody>
          <a:bodyPr>
            <a:normAutofit/>
          </a:bodyPr>
          <a:lstStyle/>
          <a:p>
            <a:pPr algn="ctr"/>
            <a:r>
              <a:rPr sz="4800" dirty="0"/>
              <a:t>Python Data Analysis Project</a:t>
            </a:r>
            <a:r>
              <a:rPr sz="5400" dirty="0"/>
              <a:t>:</a:t>
            </a:r>
            <a:br>
              <a:rPr lang="en-US" sz="5400" dirty="0"/>
            </a:br>
            <a:r>
              <a:rPr sz="5400" dirty="0"/>
              <a:t>TB</a:t>
            </a:r>
            <a:r>
              <a:rPr lang="en-US" sz="5400" dirty="0"/>
              <a:t>-</a:t>
            </a:r>
            <a:r>
              <a:rPr sz="5400" dirty="0"/>
              <a:t>DOTS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9343" y="4800600"/>
            <a:ext cx="8099273" cy="1691640"/>
          </a:xfrm>
        </p:spPr>
        <p:txBody>
          <a:bodyPr/>
          <a:lstStyle/>
          <a:p>
            <a:r>
              <a:rPr dirty="0"/>
              <a:t>Project Using Pandas, NumPy, Matplotlib</a:t>
            </a:r>
            <a:r>
              <a:rPr lang="en-US" dirty="0"/>
              <a:t>, </a:t>
            </a:r>
            <a:r>
              <a:rPr lang="en-US" dirty="0" err="1"/>
              <a:t>Scipy</a:t>
            </a:r>
            <a:endParaRPr dirty="0"/>
          </a:p>
          <a:p>
            <a:r>
              <a:rPr lang="en-US" dirty="0"/>
              <a:t>Karishma Daxesh Parekh</a:t>
            </a:r>
            <a:r>
              <a:rPr dirty="0"/>
              <a:t>|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Step1: </a:t>
            </a:r>
            <a:r>
              <a:rPr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F3B621-D75A-0EAB-5710-51894A816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178948"/>
              </p:ext>
            </p:extLst>
          </p:nvPr>
        </p:nvGraphicFramePr>
        <p:xfrm>
          <a:off x="612251" y="1907458"/>
          <a:ext cx="7269337" cy="430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Step 1: contd.</a:t>
            </a:r>
            <a:br>
              <a:rPr lang="en-US" dirty="0"/>
            </a:br>
            <a:r>
              <a:rPr lang="en-US" dirty="0"/>
              <a:t>Dataset Overview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9EF623E-2C08-B584-DDB4-4323B93CC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413301"/>
              </p:ext>
            </p:extLst>
          </p:nvPr>
        </p:nvGraphicFramePr>
        <p:xfrm>
          <a:off x="449590" y="1898374"/>
          <a:ext cx="7637014" cy="4385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59" y="178069"/>
            <a:ext cx="7393787" cy="598018"/>
          </a:xfrm>
        </p:spPr>
        <p:txBody>
          <a:bodyPr>
            <a:normAutofit/>
          </a:bodyPr>
          <a:lstStyle/>
          <a:p>
            <a:r>
              <a:rPr sz="3600" dirty="0"/>
              <a:t>Step </a:t>
            </a:r>
            <a:r>
              <a:rPr lang="en-US" sz="3600" dirty="0"/>
              <a:t>2</a:t>
            </a:r>
            <a:r>
              <a:rPr sz="3600" dirty="0"/>
              <a:t>: Read and Clean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DA955B-68A8-8D24-691A-A44640D93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228660"/>
              </p:ext>
            </p:extLst>
          </p:nvPr>
        </p:nvGraphicFramePr>
        <p:xfrm>
          <a:off x="946547" y="954156"/>
          <a:ext cx="7714457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95615F-8854-26AB-AA27-84134760FE3F}"/>
              </a:ext>
            </a:extLst>
          </p:cNvPr>
          <p:cNvSpPr txBox="1"/>
          <p:nvPr/>
        </p:nvSpPr>
        <p:spPr>
          <a:xfrm>
            <a:off x="3128743" y="951885"/>
            <a:ext cx="265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TABLE 1: PATIENT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947EE-B68D-8E02-5899-35D5A8FFC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89" y="2675187"/>
            <a:ext cx="7813415" cy="2077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42D787-CA86-4515-CD3D-E2F75891BD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276" y="4961187"/>
            <a:ext cx="7907728" cy="1399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9136C-2C19-63A7-71BB-EC391521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0918ED-9E72-A36A-CB78-6C3A777B7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38CD1-4443-799F-F961-4BA13B21B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86C10F-912B-D8A1-05ED-76D1AFA0C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6ECFA-AEB1-447F-2499-FABFEA1C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882" y="758952"/>
            <a:ext cx="3224387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1: Patient –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Raw Data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9A0E2B4-9790-EAA0-DE34-F3E716B8C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740EFD-E267-95A6-C3C4-9DEF1FC75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22BC28-1C5C-DD75-E902-FD8229CC4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0"/>
            <a:ext cx="5412166" cy="4223190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8479D5-6758-6E31-70E9-EA144DBFB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226434"/>
            <a:ext cx="5412166" cy="262832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CB7579-1F7A-31BD-9983-4E67ABBF7647}"/>
              </a:ext>
            </a:extLst>
          </p:cNvPr>
          <p:cNvCxnSpPr/>
          <p:nvPr/>
        </p:nvCxnSpPr>
        <p:spPr>
          <a:xfrm>
            <a:off x="3160038" y="943024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293A1A-8E2E-5ED0-A6EC-1CCD3AF7850C}"/>
              </a:ext>
            </a:extLst>
          </p:cNvPr>
          <p:cNvCxnSpPr/>
          <p:nvPr/>
        </p:nvCxnSpPr>
        <p:spPr>
          <a:xfrm>
            <a:off x="3160038" y="2195354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D1866C-D88E-4EA7-B537-78693A311BF0}"/>
              </a:ext>
            </a:extLst>
          </p:cNvPr>
          <p:cNvCxnSpPr/>
          <p:nvPr/>
        </p:nvCxnSpPr>
        <p:spPr>
          <a:xfrm>
            <a:off x="1579716" y="1221320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4418D9-255B-4B6E-2CDB-FE2F1FC4862E}"/>
              </a:ext>
            </a:extLst>
          </p:cNvPr>
          <p:cNvCxnSpPr/>
          <p:nvPr/>
        </p:nvCxnSpPr>
        <p:spPr>
          <a:xfrm>
            <a:off x="1579716" y="2712189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FA6594-275D-51C2-4F93-7AC4EDB2A4C1}"/>
              </a:ext>
            </a:extLst>
          </p:cNvPr>
          <p:cNvCxnSpPr/>
          <p:nvPr/>
        </p:nvCxnSpPr>
        <p:spPr>
          <a:xfrm>
            <a:off x="1579716" y="3954581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2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A805A-5C23-D4B0-2579-3E184842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567" y="758952"/>
            <a:ext cx="2101646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1: Patient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 Cleaned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5E4C5C-8352-6FC2-F8B4-E768FF39A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816" y="218660"/>
            <a:ext cx="5638151" cy="63212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5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5A092-8EED-49A2-2597-2F59CFBE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BA1C7E-8C1D-3BAE-3816-FAE936DC2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CEF31-7595-6DCB-1BF5-0A4F22A8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418"/>
            <a:ext cx="7393787" cy="598018"/>
          </a:xfrm>
        </p:spPr>
        <p:txBody>
          <a:bodyPr>
            <a:normAutofit/>
          </a:bodyPr>
          <a:lstStyle/>
          <a:p>
            <a:r>
              <a:rPr sz="3600" dirty="0"/>
              <a:t>Step </a:t>
            </a:r>
            <a:r>
              <a:rPr lang="en-US" sz="3600" dirty="0"/>
              <a:t>2</a:t>
            </a:r>
            <a:r>
              <a:rPr sz="3600" dirty="0"/>
              <a:t>: Read and Clean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402DB-7BF8-8C0F-51E2-EB980180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D7813-B862-AC55-0962-639D8DCDC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0A05C9-9D8E-D016-C03D-F961D2AE1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22853"/>
              </p:ext>
            </p:extLst>
          </p:nvPr>
        </p:nvGraphicFramePr>
        <p:xfrm>
          <a:off x="685800" y="863068"/>
          <a:ext cx="8136992" cy="265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4416F15-45FD-89E8-1849-BE2F06DB3F6D}"/>
              </a:ext>
            </a:extLst>
          </p:cNvPr>
          <p:cNvSpPr txBox="1"/>
          <p:nvPr/>
        </p:nvSpPr>
        <p:spPr>
          <a:xfrm>
            <a:off x="3036677" y="863068"/>
            <a:ext cx="283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TABLE 2: DIAGNOSIS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C24406-9600-7888-7DA9-EF3E2808C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24" y="4536543"/>
            <a:ext cx="5827171" cy="20884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C59D25-13F8-8131-71E4-7635E4BB3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54" y="3540540"/>
            <a:ext cx="7651316" cy="85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8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36E6D-7903-84BC-EA77-2B5861AD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629DBE-1D4A-CE4B-BC6C-FF5F8EDA9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062C8A-5564-BF3D-2C26-D30A80481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B24584-8FA8-90AE-2466-8EBDA6976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69222-D1EC-E03F-124E-BC466F946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8" y="758952"/>
            <a:ext cx="3293058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2: Diagnosis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-Raw Data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E9A407A-3351-811B-7E0E-92C892B59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C7B68-8258-44E5-CEE6-FB065496B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B7D10D-B6BD-8A98-44FB-4F898DEF3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211" y="154711"/>
            <a:ext cx="4232789" cy="403635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5AB341-E50B-DDF6-C8F1-57B216F9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05" y="4200801"/>
            <a:ext cx="4185253" cy="266044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EC96E4B-3EFE-DFCE-B89E-24C1EC59CAF2}"/>
              </a:ext>
            </a:extLst>
          </p:cNvPr>
          <p:cNvSpPr/>
          <p:nvPr/>
        </p:nvSpPr>
        <p:spPr>
          <a:xfrm>
            <a:off x="338605" y="2047461"/>
            <a:ext cx="4232789" cy="2484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A43021-D745-CC62-5F01-1B2E9A31675B}"/>
              </a:ext>
            </a:extLst>
          </p:cNvPr>
          <p:cNvSpPr/>
          <p:nvPr/>
        </p:nvSpPr>
        <p:spPr>
          <a:xfrm>
            <a:off x="338606" y="5178287"/>
            <a:ext cx="4208385" cy="468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4D5FCD-344E-73F6-4C4C-013B50BDBBF6}"/>
              </a:ext>
            </a:extLst>
          </p:cNvPr>
          <p:cNvCxnSpPr/>
          <p:nvPr/>
        </p:nvCxnSpPr>
        <p:spPr>
          <a:xfrm>
            <a:off x="4243403" y="783998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9E9F2E-D09C-4430-94EA-F02972BD05D0}"/>
              </a:ext>
            </a:extLst>
          </p:cNvPr>
          <p:cNvCxnSpPr/>
          <p:nvPr/>
        </p:nvCxnSpPr>
        <p:spPr>
          <a:xfrm>
            <a:off x="4237080" y="1512868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4FB5B7-D68A-DB90-E1CB-05B2FB9D00F4}"/>
              </a:ext>
            </a:extLst>
          </p:cNvPr>
          <p:cNvCxnSpPr/>
          <p:nvPr/>
        </p:nvCxnSpPr>
        <p:spPr>
          <a:xfrm>
            <a:off x="4229545" y="3212459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AB2345F-C37F-C1AF-4889-44DE42D61CCE}"/>
              </a:ext>
            </a:extLst>
          </p:cNvPr>
          <p:cNvCxnSpPr/>
          <p:nvPr/>
        </p:nvCxnSpPr>
        <p:spPr>
          <a:xfrm>
            <a:off x="4243403" y="6854756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FC8C9F-5BE0-7206-6053-BB5F61E018B2}"/>
              </a:ext>
            </a:extLst>
          </p:cNvPr>
          <p:cNvCxnSpPr/>
          <p:nvPr/>
        </p:nvCxnSpPr>
        <p:spPr>
          <a:xfrm>
            <a:off x="4259363" y="6353224"/>
            <a:ext cx="3174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6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3BCB5-C559-2C41-AB15-345233D2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2D129D-7455-2695-98B6-1AC7E7E0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00D7ED-58A4-24DF-E6D2-9376E099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AFD77-C198-23F4-2209-794E11C05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7EF80-802B-2709-12D5-CAC5527B4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8" y="758952"/>
            <a:ext cx="3293058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2: Diagnosis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-Cleaned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5544E4-9632-F0B8-D0A7-B497CC798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20F72-A808-E1C4-B875-03D69AEE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DC8BFA-82AF-1463-6DE9-02142220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88" y="4416984"/>
            <a:ext cx="4626339" cy="2372126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4CD76F8-AE7B-D09A-E8DD-9914D0862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9211" y="0"/>
            <a:ext cx="4550176" cy="4413740"/>
          </a:xfrm>
        </p:spPr>
      </p:pic>
    </p:spTree>
    <p:extLst>
      <p:ext uri="{BB962C8B-B14F-4D97-AF65-F5344CB8AC3E}">
        <p14:creationId xmlns:p14="http://schemas.microsoft.com/office/powerpoint/2010/main" val="203911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750FE-09AE-DE4C-2D08-548BEFC7A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5C0900-4CB0-F4FE-A4D4-4B19943D3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555B1-06EC-2A51-B26E-5D08CE05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59" y="178069"/>
            <a:ext cx="7393787" cy="598018"/>
          </a:xfrm>
        </p:spPr>
        <p:txBody>
          <a:bodyPr>
            <a:normAutofit/>
          </a:bodyPr>
          <a:lstStyle/>
          <a:p>
            <a:r>
              <a:rPr sz="3600" dirty="0"/>
              <a:t>Step </a:t>
            </a:r>
            <a:r>
              <a:rPr lang="en-US" sz="3600" dirty="0"/>
              <a:t>2</a:t>
            </a:r>
            <a:r>
              <a:rPr sz="3600" dirty="0"/>
              <a:t>: Read and Clean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45761B-C2BB-B22C-0E17-F2DC7F28A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DC018-38A8-0706-9A56-3803C1FF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A94D3E-E4D0-A247-FC5B-300BED87E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99534"/>
              </p:ext>
            </p:extLst>
          </p:nvPr>
        </p:nvGraphicFramePr>
        <p:xfrm>
          <a:off x="685800" y="1161712"/>
          <a:ext cx="8136992" cy="265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857DEB-022A-729F-EE91-6C2E850A95E0}"/>
              </a:ext>
            </a:extLst>
          </p:cNvPr>
          <p:cNvSpPr txBox="1"/>
          <p:nvPr/>
        </p:nvSpPr>
        <p:spPr>
          <a:xfrm>
            <a:off x="2942255" y="953003"/>
            <a:ext cx="302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TABLE 3: TREATMENT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C5CD9-A2A4-451C-A50A-6B0EC30C39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136" y="3822632"/>
            <a:ext cx="7998014" cy="14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1BDF4-5A87-5D11-4572-B93CEE73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5579F9-72E0-CB10-D03D-53D7E2FE2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A7E91-3EF0-344E-A6F2-52A5B448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CA82B7-2D12-C7C3-391C-5CD15ED4E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583C6-247A-1D83-5931-DC092DF5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7" y="1240733"/>
            <a:ext cx="3293058" cy="40416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3: Treatment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-Raw Data</a:t>
            </a:r>
            <a:br>
              <a:rPr lang="en-US" sz="3800" dirty="0">
                <a:solidFill>
                  <a:srgbClr val="FFFFFF"/>
                </a:solidFill>
              </a:rPr>
            </a:b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It has no duplicates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and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missing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values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BCB291C-364F-D440-830E-AF040187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D2844C-B63D-46C5-BB80-A4889F1E7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1FC51A-A0FE-FAB5-727C-66D20072B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588" y="0"/>
            <a:ext cx="3847301" cy="451426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D6A17F-3425-2FA8-8897-E7991215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1" y="4514261"/>
            <a:ext cx="3854678" cy="23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07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D58F2-7C5A-4843-C408-893C0FE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E46F3E-0622-4931-5929-175C7CDE3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FF3563-3142-160D-F3AA-2246F5D6C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E6A24-934D-96BD-6602-F0C0681A6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B5EB0-605C-072B-9E5D-AD3D72B5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8" y="758952"/>
            <a:ext cx="3293058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3: Treatment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-Cleaned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BBB079-FE35-187D-999B-27882436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64E201-90CB-BB22-63C3-68880238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8E8CA1-6D2C-43D8-D9E0-6B7A0DB64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588" y="0"/>
            <a:ext cx="3847301" cy="451426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342136-6B08-95EF-4DBE-AF575F0E3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1" y="4514261"/>
            <a:ext cx="3854678" cy="23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7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5AEEB-205B-9B78-F41D-DF6A8310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7DEA8D-B252-6D2F-138A-885763823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D3687-8B33-C7F9-972B-B556B120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59" y="178069"/>
            <a:ext cx="7393787" cy="598018"/>
          </a:xfrm>
        </p:spPr>
        <p:txBody>
          <a:bodyPr>
            <a:normAutofit/>
          </a:bodyPr>
          <a:lstStyle/>
          <a:p>
            <a:r>
              <a:rPr sz="3600" dirty="0"/>
              <a:t>Step </a:t>
            </a:r>
            <a:r>
              <a:rPr lang="en-US" sz="3600" dirty="0"/>
              <a:t>2</a:t>
            </a:r>
            <a:r>
              <a:rPr sz="3600" dirty="0"/>
              <a:t>: Read and Clean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290BCA-248F-766F-51CB-F6675CDB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BCA13E-C544-47D3-EB83-423746DD0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BBE81C-9858-1AE0-294D-408754289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295676"/>
              </p:ext>
            </p:extLst>
          </p:nvPr>
        </p:nvGraphicFramePr>
        <p:xfrm>
          <a:off x="685801" y="1157312"/>
          <a:ext cx="8136992" cy="265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BC25E90-A3E2-7899-13FF-C747CEEA3442}"/>
              </a:ext>
            </a:extLst>
          </p:cNvPr>
          <p:cNvSpPr txBox="1"/>
          <p:nvPr/>
        </p:nvSpPr>
        <p:spPr>
          <a:xfrm>
            <a:off x="2942255" y="973799"/>
            <a:ext cx="302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TABLE 4: OUTCOME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11AB89-044E-CA02-D974-8A177CEAA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310" y="4029436"/>
            <a:ext cx="7732269" cy="141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2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B3DBB-9CB8-6724-1EB4-8C57EEC7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F5D23E-874A-17BF-C305-B93CD2276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4450D7-7A59-13CC-258E-11ADCFCA3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F209E9-BDD9-1082-5B09-A799F830C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3ECE9-AA79-A13A-9C8D-510CCA91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7" y="1132578"/>
            <a:ext cx="3293058" cy="40416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4: Outcome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-Raw Data</a:t>
            </a:r>
            <a:br>
              <a:rPr lang="en-US" sz="3800" dirty="0">
                <a:solidFill>
                  <a:srgbClr val="FFFFFF"/>
                </a:solidFill>
              </a:rPr>
            </a:b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It has no duplicates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and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missing 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values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4B8434F-9859-7B76-AD8E-7BEE86519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9CA2D5-DB8B-CC5F-5D27-BA1EAF689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170426-4434-41B7-1AD9-0E77CBAAB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211" y="0"/>
            <a:ext cx="2733052" cy="446909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D60263-ABA4-802A-A160-201F4454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0" y="4469098"/>
            <a:ext cx="2733052" cy="24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5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F89F6-D187-80F3-00A4-93646F04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05E4AD-FBAF-D6BC-0A56-6382448BD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512A-1F1E-24FA-64B2-2C06A600F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3429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5238F1-F237-444C-A76C-E6B1EF1C7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0"/>
            <a:ext cx="812673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A61AA-9597-A792-576A-C439BF465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968" y="758952"/>
            <a:ext cx="3293058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>
                <a:solidFill>
                  <a:srgbClr val="FFFFFF"/>
                </a:solidFill>
              </a:rPr>
              <a:t>Table 4: Outcome</a:t>
            </a:r>
            <a:br>
              <a:rPr lang="en-US" sz="3800" dirty="0">
                <a:solidFill>
                  <a:srgbClr val="FFFFFF"/>
                </a:solidFill>
              </a:rPr>
            </a:br>
            <a:r>
              <a:rPr lang="en-US" sz="3800" dirty="0">
                <a:solidFill>
                  <a:srgbClr val="FFFFFF"/>
                </a:solidFill>
              </a:rPr>
              <a:t>-Cleaned</a:t>
            </a: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37AD8BC-3E41-CF01-F50B-1BA217A99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494553-221A-2217-0133-5AE6E545D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7437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C69A6C-BCD7-F064-B1E1-6E026F7A8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211" y="0"/>
            <a:ext cx="2733052" cy="446909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22C897-902B-946D-D469-DF641BBB3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0" y="4469098"/>
            <a:ext cx="2733052" cy="24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8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B1CEEAD-825F-41AD-B0DB-77CE90932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46963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5" y="95733"/>
            <a:ext cx="7269480" cy="13255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Step 3: Data Manipulation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20810-E563-3E3F-D311-B72F1B6B1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912280"/>
              </p:ext>
            </p:extLst>
          </p:nvPr>
        </p:nvGraphicFramePr>
        <p:xfrm>
          <a:off x="188843" y="1630017"/>
          <a:ext cx="8110331" cy="4860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8E5E-ED18-BB46-F225-9442E83D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91" y="533262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Step 3: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D1038-66C9-B4DF-B3CA-8DDF87D62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95" y="1179789"/>
            <a:ext cx="8177718" cy="91439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1. Merging Patient table with the Diagnosis table</a:t>
            </a:r>
            <a:br>
              <a:rPr lang="en-US" sz="2000" dirty="0"/>
            </a:br>
            <a:r>
              <a:rPr lang="en-US" sz="2400" dirty="0"/>
              <a:t>- </a:t>
            </a:r>
            <a:r>
              <a:rPr lang="en-US" sz="2000" dirty="0"/>
              <a:t>using Left Join &amp; </a:t>
            </a:r>
            <a:r>
              <a:rPr lang="en-US" sz="2000" dirty="0" err="1"/>
              <a:t>PatientID</a:t>
            </a:r>
            <a:r>
              <a:rPr lang="en-US" sz="2000" dirty="0"/>
              <a:t> as the Unique Identifier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388F3-9764-A02F-F2C4-E4B7E9C11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9517"/>
            <a:ext cx="9144000" cy="99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3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9D65B7-132F-52C6-C2D9-9DEAA196E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1" y="412243"/>
            <a:ext cx="8776018" cy="60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35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0BDB-16FD-AFEE-EEA6-7724562E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F396-9662-4812-7F6B-B65830C2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2AE6-F272-24A3-5456-A7D9B989E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599381"/>
            <a:ext cx="4934939" cy="457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2. Updating Gender Column using IF-ELSE</a:t>
            </a: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0AFCE-A0EB-D595-C4D8-AD27ED00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5" y="1622978"/>
            <a:ext cx="5307286" cy="3067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99A10-B249-5B97-7713-13A011FB5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57184"/>
            <a:ext cx="3657600" cy="39008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592F73-14F6-BB76-CB01-F033BE83B059}"/>
              </a:ext>
            </a:extLst>
          </p:cNvPr>
          <p:cNvSpPr txBox="1"/>
          <p:nvPr/>
        </p:nvSpPr>
        <p:spPr>
          <a:xfrm>
            <a:off x="5594554" y="2546555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USER ENTRY: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E8310-6A9B-83E3-9BF6-1F61B9B6EBDA}"/>
              </a:ext>
            </a:extLst>
          </p:cNvPr>
          <p:cNvSpPr txBox="1"/>
          <p:nvPr/>
        </p:nvSpPr>
        <p:spPr>
          <a:xfrm>
            <a:off x="0" y="1181329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700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E7D6-F45C-242A-7B3F-26AE0D2F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DE78-46B8-0782-8EE0-AAC2C22D0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4555" y="-155579"/>
            <a:ext cx="8488018" cy="817977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ACCB-B880-32E6-F203-CE82AD581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-13102"/>
            <a:ext cx="8177718" cy="457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2. Updating Gender Column using IF-ELSE</a:t>
            </a: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923B0-9E93-9A99-3582-B6F284BE8C3A}"/>
              </a:ext>
            </a:extLst>
          </p:cNvPr>
          <p:cNvSpPr txBox="1"/>
          <p:nvPr/>
        </p:nvSpPr>
        <p:spPr>
          <a:xfrm>
            <a:off x="3493230" y="444098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38C089-8D85-409A-EEB5-A61AA6708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" y="825782"/>
            <a:ext cx="8725656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34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F78AF-A8DC-AA06-70EF-23A00F27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30B2-F385-0042-A730-C3AC1D7B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00F5-7995-49E2-B4F2-F49165993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599381"/>
            <a:ext cx="8307404" cy="457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600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3. </a:t>
            </a:r>
            <a:r>
              <a:rPr lang="en-US" sz="2600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Generated new Risk-Level column based on Drug-Resistance &amp; Co-morbidities</a:t>
            </a:r>
          </a:p>
          <a:p>
            <a:pPr marL="0" indent="0">
              <a:buNone/>
            </a:pP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D7755-9B73-3D0E-DE98-6E161A9FE2D3}"/>
              </a:ext>
            </a:extLst>
          </p:cNvPr>
          <p:cNvSpPr txBox="1"/>
          <p:nvPr/>
        </p:nvSpPr>
        <p:spPr>
          <a:xfrm>
            <a:off x="0" y="927739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A28995-3564-BFD9-F0A7-D39B523FB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10" y="2560159"/>
            <a:ext cx="9144000" cy="4297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7F6590-3779-B871-65B5-556BCAFB5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10" y="1414088"/>
            <a:ext cx="9144000" cy="83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06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8E7C3-4897-DC6E-550D-3D7C7278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4A5A-9589-C0A7-A0FB-1EA3EAD7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0660-9F43-98EB-604A-41E193625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599381"/>
            <a:ext cx="8307404" cy="457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600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3. </a:t>
            </a:r>
            <a:r>
              <a:rPr lang="en-US" sz="2600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Generated new Risk-Level column based on Drug-Resistance &amp; Co-morbidities</a:t>
            </a:r>
          </a:p>
          <a:p>
            <a:pPr marL="0" indent="0">
              <a:buNone/>
            </a:pPr>
            <a:endParaRPr lang="en-US" dirty="0">
              <a:ln>
                <a:solidFill>
                  <a:schemeClr val="accent2">
                    <a:lumMod val="75000"/>
                  </a:schemeClr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28A21-84E2-F1D6-A80D-FC4480DD837C}"/>
              </a:ext>
            </a:extLst>
          </p:cNvPr>
          <p:cNvSpPr txBox="1"/>
          <p:nvPr/>
        </p:nvSpPr>
        <p:spPr>
          <a:xfrm>
            <a:off x="0" y="996663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OUTPUT: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94185-CFF1-5A50-BA6E-10B09ABF0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" y="1432963"/>
            <a:ext cx="8866653" cy="54250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929D96-8063-3D2D-3827-789140CBE297}"/>
              </a:ext>
            </a:extLst>
          </p:cNvPr>
          <p:cNvSpPr/>
          <p:nvPr/>
        </p:nvSpPr>
        <p:spPr>
          <a:xfrm>
            <a:off x="7931426" y="1432963"/>
            <a:ext cx="1073900" cy="542503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73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0CFB8-DC8A-0A59-4C5B-0E3C4EB0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F820-5644-F5F2-BD88-309A16C1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4308-3CBA-1680-DB7B-736AABBE3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827981"/>
            <a:ext cx="8307404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4. Merging Diagnosis &amp; Treatment tables using Right Join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86004-7F89-59B4-606B-810532E9C518}"/>
              </a:ext>
            </a:extLst>
          </p:cNvPr>
          <p:cNvSpPr txBox="1"/>
          <p:nvPr/>
        </p:nvSpPr>
        <p:spPr>
          <a:xfrm>
            <a:off x="0" y="1847251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7855-F2FE-06B2-9AAE-B3467FEB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7" y="2279581"/>
            <a:ext cx="8912245" cy="128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94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39125-B3E5-1E5F-DEDF-8BFDFDA2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4304-4392-D0ED-8400-0539009A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53A0-3E8F-1E6B-6668-2FC45BBD7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482439"/>
            <a:ext cx="8307404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4. Merging Diagnosis &amp; Treatment tables using Right Join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303D0-4523-08E1-3E69-DACF0A437826}"/>
              </a:ext>
            </a:extLst>
          </p:cNvPr>
          <p:cNvSpPr txBox="1"/>
          <p:nvPr/>
        </p:nvSpPr>
        <p:spPr>
          <a:xfrm>
            <a:off x="-18810" y="931084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OUTPUT: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8582F-CBF8-A218-0E34-C5F917A8A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08637"/>
            <a:ext cx="4781476" cy="4788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F07E59-A829-B087-22C0-C6816122E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477" y="2263048"/>
            <a:ext cx="4370613" cy="233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1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5BE06-E398-3E33-374E-B2B5DEE4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B3AA-CCCD-077D-31E2-D7900CED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33E11-8FCA-27D0-A5B6-2FA46A858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827981"/>
            <a:ext cx="8307404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5. Appending new patient information to the Patient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DE468-EEC9-C860-0D18-81919F9A1DA3}"/>
              </a:ext>
            </a:extLst>
          </p:cNvPr>
          <p:cNvSpPr txBox="1"/>
          <p:nvPr/>
        </p:nvSpPr>
        <p:spPr>
          <a:xfrm>
            <a:off x="0" y="1847251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129DBB-4AE8-E94E-6700-38D133D9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0" y="2341099"/>
            <a:ext cx="8685941" cy="108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53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80307-CC49-62C6-8B06-A2FD8173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E455-14BC-F803-5D2F-2EC8A483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874"/>
            <a:ext cx="8488018" cy="817977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Step 3</a:t>
            </a:r>
            <a:r>
              <a:rPr lang="en-US" sz="3100" dirty="0"/>
              <a:t>: </a:t>
            </a:r>
            <a:br>
              <a:rPr lang="en-US" sz="3200" dirty="0"/>
            </a:br>
            <a:br>
              <a:rPr lang="en-US" sz="1400" dirty="0"/>
            </a:br>
            <a:r>
              <a:rPr lang="en-US" sz="3200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3CF3-B515-3047-8F10-CE0F168ED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810" y="650862"/>
            <a:ext cx="8307404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n>
                  <a:solidFill>
                    <a:schemeClr val="accent2">
                      <a:lumMod val="75000"/>
                    </a:schemeClr>
                  </a:solidFill>
                </a:ln>
              </a:rPr>
              <a:t>5. Appending new patient information to the Patient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DCABC-D918-52DA-7983-47D790D686D9}"/>
              </a:ext>
            </a:extLst>
          </p:cNvPr>
          <p:cNvSpPr txBox="1"/>
          <p:nvPr/>
        </p:nvSpPr>
        <p:spPr>
          <a:xfrm>
            <a:off x="-18810" y="1284173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OUTPUT: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5F31B-2EFF-BE72-B981-F33217F4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20" y="1729592"/>
            <a:ext cx="7772178" cy="50530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ED9CEE-8D9C-1401-92FB-A5766F6E0F91}"/>
              </a:ext>
            </a:extLst>
          </p:cNvPr>
          <p:cNvSpPr/>
          <p:nvPr/>
        </p:nvSpPr>
        <p:spPr>
          <a:xfrm>
            <a:off x="357920" y="6351104"/>
            <a:ext cx="7772178" cy="4315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02161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ssorted pills and tablets">
            <a:extLst>
              <a:ext uri="{FF2B5EF4-FFF2-40B4-BE49-F238E27FC236}">
                <a16:creationId xmlns:a16="http://schemas.microsoft.com/office/drawing/2014/main" id="{C21E2505-685C-98EC-3D0B-79F35EB5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82" r="8781" b="-1"/>
          <a:stretch/>
        </p:blipFill>
        <p:spPr>
          <a:xfrm>
            <a:off x="2877" y="0"/>
            <a:ext cx="846961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163A971-857A-4D4D-B458-BADAF926F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0519" y="534799"/>
            <a:ext cx="5681055" cy="934112"/>
          </a:xfrm>
        </p:spPr>
        <p:txBody>
          <a:bodyPr>
            <a:noAutofit/>
          </a:bodyPr>
          <a:lstStyle/>
          <a:p>
            <a:r>
              <a:rPr lang="en-US" sz="2800" dirty="0"/>
              <a:t>Step 4: OBJECTIVES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Statistical Reports Generated for-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9607" y="1532185"/>
            <a:ext cx="5802877" cy="532580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b="1" dirty="0"/>
              <a:t>Percentage</a:t>
            </a:r>
            <a:r>
              <a:rPr lang="en-US" sz="2400" dirty="0"/>
              <a:t> of Pulmonary v/s Extra-Pulmonary TB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b="1" dirty="0"/>
              <a:t>Average</a:t>
            </a:r>
            <a:r>
              <a:rPr lang="en-US" sz="2400" dirty="0"/>
              <a:t> drug dose for each drug resistance category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dirty="0"/>
              <a:t>State-wise analysis of treatment outcomes 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dirty="0"/>
              <a:t>Minimum drug dosage for HRZE 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dirty="0"/>
              <a:t>Maximum drug dose for HRZE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400" dirty="0"/>
              <a:t>Performed T-test, Correlation test and Linear Regression (further slides)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AC3B5-321F-80D8-23DC-ED437BE1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EB0D-38DA-CFBB-DC6E-69ABC4D0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45"/>
            <a:ext cx="8825948" cy="761599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Step 4</a:t>
            </a:r>
            <a:r>
              <a:rPr lang="en-US" sz="2400" dirty="0"/>
              <a:t>: </a:t>
            </a:r>
            <a:r>
              <a:rPr lang="en-US" sz="2800" dirty="0"/>
              <a:t> </a:t>
            </a:r>
            <a:r>
              <a:rPr lang="en-US" sz="2000" dirty="0"/>
              <a:t>1. Percentage of Pulmonary vs Extra-Pulmonary TB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29442-A824-F55E-98D1-F7DAEE614165}"/>
              </a:ext>
            </a:extLst>
          </p:cNvPr>
          <p:cNvSpPr txBox="1"/>
          <p:nvPr/>
        </p:nvSpPr>
        <p:spPr>
          <a:xfrm>
            <a:off x="1398242" y="2080648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34D99-AEA0-7CEF-98A9-470CCC21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246" y="867634"/>
            <a:ext cx="5661319" cy="28819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466BC3-C717-642A-81D2-B09EBD757F3F}"/>
              </a:ext>
            </a:extLst>
          </p:cNvPr>
          <p:cNvSpPr txBox="1"/>
          <p:nvPr/>
        </p:nvSpPr>
        <p:spPr>
          <a:xfrm>
            <a:off x="1220727" y="4777901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RESULT: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47E72C-D5DA-23A5-C1B2-F43060CF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246" y="4017925"/>
            <a:ext cx="5661318" cy="28241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89C1BD-870C-62C2-BBC1-8F1961E11AA2}"/>
              </a:ext>
            </a:extLst>
          </p:cNvPr>
          <p:cNvSpPr/>
          <p:nvPr/>
        </p:nvSpPr>
        <p:spPr>
          <a:xfrm>
            <a:off x="2737246" y="5794513"/>
            <a:ext cx="5661318" cy="964096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97102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34BC1-BD51-0F88-70C3-6E4D9756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1B87-517C-EAF6-5800-3EF4D1D7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45"/>
            <a:ext cx="8825948" cy="761599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Step 4</a:t>
            </a:r>
            <a:r>
              <a:rPr lang="en-US" sz="2400" dirty="0"/>
              <a:t>: </a:t>
            </a:r>
            <a:r>
              <a:rPr lang="en-US" sz="2800" dirty="0"/>
              <a:t> </a:t>
            </a:r>
            <a:r>
              <a:rPr lang="en-US" sz="2000" dirty="0"/>
              <a:t>2. Mean Drug Dosage for each Drug Resistance Category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266D6-8317-DA2C-5231-47EF52453161}"/>
              </a:ext>
            </a:extLst>
          </p:cNvPr>
          <p:cNvSpPr txBox="1"/>
          <p:nvPr/>
        </p:nvSpPr>
        <p:spPr>
          <a:xfrm>
            <a:off x="356022" y="1064648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A7749-EE5F-EEB6-B53F-BB28789D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3822"/>
            <a:ext cx="9144000" cy="24717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3B7C84-039B-7E0D-2E28-D3A999790C97}"/>
              </a:ext>
            </a:extLst>
          </p:cNvPr>
          <p:cNvSpPr/>
          <p:nvPr/>
        </p:nvSpPr>
        <p:spPr>
          <a:xfrm>
            <a:off x="0" y="2562578"/>
            <a:ext cx="4165600" cy="15028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2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DC216-8F2F-4C75-6C3B-FC231A5B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677E-72C8-3578-706D-8BA48898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45"/>
            <a:ext cx="8825948" cy="761599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Step 4</a:t>
            </a:r>
            <a:r>
              <a:rPr lang="en-US" sz="2400" dirty="0"/>
              <a:t>: </a:t>
            </a:r>
            <a:r>
              <a:rPr lang="en-US" sz="2800" dirty="0"/>
              <a:t> </a:t>
            </a:r>
            <a:r>
              <a:rPr lang="en-US" sz="2000" dirty="0"/>
              <a:t>3. Understanding State-wise treatment outcomes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B675B-71BA-1829-287A-800A07520885}"/>
              </a:ext>
            </a:extLst>
          </p:cNvPr>
          <p:cNvSpPr txBox="1"/>
          <p:nvPr/>
        </p:nvSpPr>
        <p:spPr>
          <a:xfrm>
            <a:off x="0" y="766542"/>
            <a:ext cx="12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E38CEE-3D62-3244-17EB-51F9DE156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245"/>
            <a:ext cx="9144000" cy="1214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A18E71-B88F-6240-E105-FAB8DC18BA79}"/>
              </a:ext>
            </a:extLst>
          </p:cNvPr>
          <p:cNvSpPr txBox="1"/>
          <p:nvPr/>
        </p:nvSpPr>
        <p:spPr>
          <a:xfrm>
            <a:off x="0" y="2886145"/>
            <a:ext cx="144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RESULT: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69D693-A333-87A7-91F8-D82E5B850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78" y="2426981"/>
            <a:ext cx="3792488" cy="4403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213E05-2833-A8E2-01EA-F8AB0AF94C31}"/>
              </a:ext>
            </a:extLst>
          </p:cNvPr>
          <p:cNvSpPr/>
          <p:nvPr/>
        </p:nvSpPr>
        <p:spPr>
          <a:xfrm>
            <a:off x="1366684" y="2426981"/>
            <a:ext cx="3870782" cy="44032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34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DD166-EFEF-91AD-80C5-1C10F3C7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982C-3C2B-91E5-425A-AEB8C375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9334" y="3048200"/>
            <a:ext cx="8825948" cy="761599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Step 4</a:t>
            </a:r>
            <a:r>
              <a:rPr lang="en-US" sz="2400" dirty="0"/>
              <a:t>: </a:t>
            </a:r>
            <a:r>
              <a:rPr lang="en-US" sz="2800" dirty="0"/>
              <a:t> </a:t>
            </a:r>
            <a:r>
              <a:rPr lang="en-US" sz="2000" dirty="0"/>
              <a:t>5. Maximum Drug Dose for medication  - HRZE 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D57D7-6CE7-AB02-55AA-67777D17E134}"/>
              </a:ext>
            </a:extLst>
          </p:cNvPr>
          <p:cNvSpPr txBox="1"/>
          <p:nvPr/>
        </p:nvSpPr>
        <p:spPr>
          <a:xfrm>
            <a:off x="0" y="4061449"/>
            <a:ext cx="12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67C017-F250-BABB-C1E7-362132C9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094"/>
            <a:ext cx="9144000" cy="143163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09F1374-6434-17DD-E135-A24038BE1138}"/>
              </a:ext>
            </a:extLst>
          </p:cNvPr>
          <p:cNvSpPr txBox="1">
            <a:spLocks/>
          </p:cNvSpPr>
          <p:nvPr/>
        </p:nvSpPr>
        <p:spPr>
          <a:xfrm>
            <a:off x="152400" y="15401"/>
            <a:ext cx="8825948" cy="7615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Step 4</a:t>
            </a:r>
            <a:r>
              <a:rPr lang="en-US" sz="2400" dirty="0"/>
              <a:t>: </a:t>
            </a:r>
            <a:r>
              <a:rPr lang="en-US" sz="2800" dirty="0"/>
              <a:t> </a:t>
            </a:r>
            <a:r>
              <a:rPr lang="en-US" sz="2000" dirty="0"/>
              <a:t>4. Minimum Drug Dose for medication  - HRZE 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6F8E3-1929-C458-0159-13187D38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26" y="4430781"/>
            <a:ext cx="9144000" cy="13902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BC9638-21BB-BF28-AB79-F7C6EC77106A}"/>
              </a:ext>
            </a:extLst>
          </p:cNvPr>
          <p:cNvSpPr txBox="1"/>
          <p:nvPr/>
        </p:nvSpPr>
        <p:spPr>
          <a:xfrm>
            <a:off x="0" y="833193"/>
            <a:ext cx="12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935FFE-53CD-C0C1-1A9A-DF1E18E0282F}"/>
              </a:ext>
            </a:extLst>
          </p:cNvPr>
          <p:cNvCxnSpPr/>
          <p:nvPr/>
        </p:nvCxnSpPr>
        <p:spPr>
          <a:xfrm>
            <a:off x="5271911" y="2566864"/>
            <a:ext cx="66604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7C7C49-4138-5AD4-9EED-ACF074CC3BC0}"/>
              </a:ext>
            </a:extLst>
          </p:cNvPr>
          <p:cNvCxnSpPr/>
          <p:nvPr/>
        </p:nvCxnSpPr>
        <p:spPr>
          <a:xfrm>
            <a:off x="5215466" y="5821061"/>
            <a:ext cx="66604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E87A7A-CBD3-7E29-A920-5360B51255AD}"/>
              </a:ext>
            </a:extLst>
          </p:cNvPr>
          <p:cNvCxnSpPr>
            <a:cxnSpLocks/>
          </p:cNvCxnSpPr>
          <p:nvPr/>
        </p:nvCxnSpPr>
        <p:spPr>
          <a:xfrm>
            <a:off x="592244" y="2542928"/>
            <a:ext cx="81844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9C5637-A52E-7FF7-52A0-88C85A5920F1}"/>
              </a:ext>
            </a:extLst>
          </p:cNvPr>
          <p:cNvCxnSpPr>
            <a:cxnSpLocks/>
          </p:cNvCxnSpPr>
          <p:nvPr/>
        </p:nvCxnSpPr>
        <p:spPr>
          <a:xfrm>
            <a:off x="510399" y="5803050"/>
            <a:ext cx="90029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337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Financial graphs on a dark display">
            <a:extLst>
              <a:ext uri="{FF2B5EF4-FFF2-40B4-BE49-F238E27FC236}">
                <a16:creationId xmlns:a16="http://schemas.microsoft.com/office/drawing/2014/main" id="{CE70DE80-E40F-0816-46F8-8D6680D5E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8" r="14055"/>
          <a:stretch/>
        </p:blipFill>
        <p:spPr>
          <a:xfrm>
            <a:off x="0" y="0"/>
            <a:ext cx="846961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163A971-857A-4D4D-B458-BADAF926F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7061" y="282222"/>
            <a:ext cx="5947973" cy="18288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Step 5: </a:t>
            </a:r>
            <a:br>
              <a:rPr lang="en-US" sz="3600" dirty="0"/>
            </a:br>
            <a:r>
              <a:rPr lang="en-US" sz="3600" dirty="0"/>
              <a:t>Inferential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9610" y="2393244"/>
            <a:ext cx="5802877" cy="380594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000" b="1" dirty="0"/>
              <a:t>T-Test:</a:t>
            </a:r>
            <a:r>
              <a:rPr lang="en-US" sz="2000" dirty="0"/>
              <a:t> Compare average age of Pulmonary vs Extra-Pulmonary TB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000" b="1" dirty="0"/>
              <a:t>Correlation: </a:t>
            </a:r>
            <a:r>
              <a:rPr lang="en-US" sz="2000" dirty="0"/>
              <a:t>Between Age and Treatment Duration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2000" b="1" dirty="0"/>
              <a:t>Linear Regression: </a:t>
            </a:r>
            <a:r>
              <a:rPr lang="en-US" sz="2000" dirty="0"/>
              <a:t>Predict Treatment Duration based on Age, Comorbidities, etc.</a:t>
            </a:r>
            <a:r>
              <a:rPr lang="en-US" sz="2000" b="1" dirty="0"/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3F258-42DA-68A4-684F-B2E77383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DEDDBB4-1B1E-3009-3E10-870E976CB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A75E3-D718-21E2-F443-FE935491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13" y="-120710"/>
            <a:ext cx="5947973" cy="632178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Step 5: Inferential Statistics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6BC99A-0D1F-DE2B-B5B0-B404688D4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859" y="1033118"/>
            <a:ext cx="8732279" cy="258653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2A8F2-6CBD-CC0B-5583-ECDB6415C554}"/>
              </a:ext>
            </a:extLst>
          </p:cNvPr>
          <p:cNvSpPr txBox="1"/>
          <p:nvPr/>
        </p:nvSpPr>
        <p:spPr>
          <a:xfrm>
            <a:off x="1062503" y="544454"/>
            <a:ext cx="701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Checking whether the data is normally distributed or not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F42B7-A71B-4F82-892B-1D2BE1908D3F}"/>
              </a:ext>
            </a:extLst>
          </p:cNvPr>
          <p:cNvSpPr txBox="1"/>
          <p:nvPr/>
        </p:nvSpPr>
        <p:spPr>
          <a:xfrm>
            <a:off x="0" y="3683546"/>
            <a:ext cx="90536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The normality test was conducted on the Age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Test Statistic</a:t>
            </a:r>
            <a:r>
              <a:rPr lang="en-US" dirty="0">
                <a:solidFill>
                  <a:srgbClr val="C00000"/>
                </a:solidFill>
              </a:rPr>
              <a:t>: 4.76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p-value</a:t>
            </a:r>
            <a:r>
              <a:rPr lang="en-US" dirty="0">
                <a:solidFill>
                  <a:srgbClr val="C00000"/>
                </a:solidFill>
              </a:rPr>
              <a:t>: 0.093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Since the p-value is </a:t>
            </a:r>
            <a:r>
              <a:rPr lang="en-US" b="1" dirty="0">
                <a:solidFill>
                  <a:srgbClr val="C00000"/>
                </a:solidFill>
              </a:rPr>
              <a:t>greater than 0.05</a:t>
            </a:r>
            <a:r>
              <a:rPr lang="en-US" dirty="0">
                <a:solidFill>
                  <a:srgbClr val="C00000"/>
                </a:solidFill>
              </a:rPr>
              <a:t>, we </a:t>
            </a:r>
            <a:r>
              <a:rPr lang="en-US" b="1" dirty="0">
                <a:solidFill>
                  <a:srgbClr val="C00000"/>
                </a:solidFill>
              </a:rPr>
              <a:t>fail to reject the null hypothesis</a:t>
            </a:r>
            <a:r>
              <a:rPr lang="en-US" dirty="0">
                <a:solidFill>
                  <a:srgbClr val="C00000"/>
                </a:solidFill>
              </a:rPr>
              <a:t>, indicating that the age data is </a:t>
            </a:r>
            <a:r>
              <a:rPr lang="en-US" b="1" dirty="0">
                <a:solidFill>
                  <a:srgbClr val="C00000"/>
                </a:solidFill>
              </a:rPr>
              <a:t>approximately normally distributed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Additional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Skewness</a:t>
            </a:r>
            <a:r>
              <a:rPr lang="en-US" dirty="0">
                <a:solidFill>
                  <a:srgbClr val="C00000"/>
                </a:solidFill>
              </a:rPr>
              <a:t>: 0.36 → Slight positive skew, but close to 0 (nearly symmetric)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Kurtosis</a:t>
            </a:r>
            <a:r>
              <a:rPr lang="en-US" dirty="0">
                <a:solidFill>
                  <a:srgbClr val="C00000"/>
                </a:solidFill>
              </a:rPr>
              <a:t>: -1.33 → Indicates a </a:t>
            </a:r>
            <a:r>
              <a:rPr lang="en-US" b="1" dirty="0">
                <a:solidFill>
                  <a:srgbClr val="C00000"/>
                </a:solidFill>
              </a:rPr>
              <a:t>platykurtic distribution</a:t>
            </a:r>
            <a:r>
              <a:rPr lang="en-US" dirty="0">
                <a:solidFill>
                  <a:srgbClr val="C00000"/>
                </a:solidFill>
              </a:rPr>
              <a:t> (flatter peak and lighter tails than normal)</a:t>
            </a:r>
          </a:p>
          <a:p>
            <a:r>
              <a:rPr lang="en-US" b="1" dirty="0">
                <a:solidFill>
                  <a:srgbClr val="C00000"/>
                </a:solidFill>
              </a:rPr>
              <a:t>Conclusion</a:t>
            </a:r>
            <a:r>
              <a:rPr lang="en-US" dirty="0">
                <a:solidFill>
                  <a:srgbClr val="C00000"/>
                </a:solidFill>
              </a:rPr>
              <a:t>: The distribution of patient age shows near-normal behavior with minor asymmetry and light tails.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C8FFB-C69F-1B8E-9BEA-75DA31B72215}"/>
              </a:ext>
            </a:extLst>
          </p:cNvPr>
          <p:cNvSpPr/>
          <p:nvPr/>
        </p:nvSpPr>
        <p:spPr>
          <a:xfrm>
            <a:off x="5683045" y="2684206"/>
            <a:ext cx="3116826" cy="34412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E8FC2-B465-4F21-F238-DAFE0772A73C}"/>
              </a:ext>
            </a:extLst>
          </p:cNvPr>
          <p:cNvSpPr/>
          <p:nvPr/>
        </p:nvSpPr>
        <p:spPr>
          <a:xfrm>
            <a:off x="204253" y="3008670"/>
            <a:ext cx="3640160" cy="6109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30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FC421-F50D-3399-54E9-0AA30E57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175FB8-F58F-9D30-4B0E-3EDBAB90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C44CC-A943-238E-A5AD-8A385171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13" y="-120710"/>
            <a:ext cx="5947973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</a:t>
            </a:r>
            <a:r>
              <a:rPr lang="en-US" sz="2800" b="1" dirty="0"/>
              <a:t>T-TEST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20E61-41D2-ED3D-1308-2BCF7550AEF9}"/>
              </a:ext>
            </a:extLst>
          </p:cNvPr>
          <p:cNvSpPr txBox="1"/>
          <p:nvPr/>
        </p:nvSpPr>
        <p:spPr>
          <a:xfrm>
            <a:off x="946404" y="632178"/>
            <a:ext cx="7078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After checking that the data is normally distributed, 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performing the test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D6D2A8-097D-33A6-8512-F8359B5DF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342295"/>
            <a:ext cx="9144000" cy="238539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895074-022F-0BB7-C36F-20AF9446D99C}"/>
              </a:ext>
            </a:extLst>
          </p:cNvPr>
          <p:cNvSpPr/>
          <p:nvPr/>
        </p:nvSpPr>
        <p:spPr>
          <a:xfrm>
            <a:off x="4989689" y="6174409"/>
            <a:ext cx="2912533" cy="5758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E157B-F83B-E3C5-CEAC-DDA89CCC3AF7}"/>
              </a:ext>
            </a:extLst>
          </p:cNvPr>
          <p:cNvSpPr txBox="1"/>
          <p:nvPr/>
        </p:nvSpPr>
        <p:spPr>
          <a:xfrm>
            <a:off x="22577" y="1464410"/>
            <a:ext cx="84499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Null Hypothesis (H₀):</a:t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b="1" dirty="0"/>
              <a:t>mean age</a:t>
            </a:r>
            <a:r>
              <a:rPr lang="en-US" sz="2000" dirty="0"/>
              <a:t> of patients with Pulmonary TB is </a:t>
            </a:r>
            <a:r>
              <a:rPr lang="en-US" sz="2000" b="1" dirty="0"/>
              <a:t>equal to</a:t>
            </a:r>
            <a:r>
              <a:rPr lang="en-US" sz="2000" dirty="0"/>
              <a:t> the mean age of patients with Extrapulmonary TB.</a:t>
            </a:r>
          </a:p>
          <a:p>
            <a:endParaRPr lang="en-US" sz="2000" dirty="0"/>
          </a:p>
          <a:p>
            <a:r>
              <a:rPr lang="en-US" sz="2000" b="1" dirty="0"/>
              <a:t>Alternative Hypothesis (H₁):</a:t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b="1" dirty="0"/>
              <a:t>mean age</a:t>
            </a:r>
            <a:r>
              <a:rPr lang="en-US" sz="2000" dirty="0"/>
              <a:t> of patients with Pulmonary TB is </a:t>
            </a:r>
            <a:r>
              <a:rPr lang="en-US" sz="2000" b="1" dirty="0"/>
              <a:t>not equal to</a:t>
            </a:r>
            <a:r>
              <a:rPr lang="en-US" sz="2000" dirty="0"/>
              <a:t> the mean age of patients with Extrapulmonary TB.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8976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7EDAE-C6BF-B322-95E6-E3396CF7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CC6A1F4-54A2-67B3-C499-51B4AA213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1776-F86C-42D3-C361-61178F71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13" y="0"/>
            <a:ext cx="5947973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</a:t>
            </a:r>
            <a:r>
              <a:rPr lang="en-US" sz="2800" b="1" dirty="0"/>
              <a:t>T-TEST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D6C346-AB9F-EA47-2932-376EFBA65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47" y="982134"/>
            <a:ext cx="8118575" cy="4351337"/>
          </a:xfrm>
        </p:spPr>
        <p:txBody>
          <a:bodyPr>
            <a:normAutofit/>
          </a:bodyPr>
          <a:lstStyle/>
          <a:p>
            <a:r>
              <a:rPr lang="en-US" b="1" dirty="0"/>
              <a:t>Interpretation of the T-test:</a:t>
            </a:r>
          </a:p>
          <a:p>
            <a:pPr>
              <a:buNone/>
            </a:pPr>
            <a:r>
              <a:rPr lang="en-US" dirty="0"/>
              <a:t>An independent samples t-test was performed to compare the </a:t>
            </a:r>
            <a:r>
              <a:rPr lang="en-US" b="1" dirty="0"/>
              <a:t>average age</a:t>
            </a:r>
            <a:r>
              <a:rPr lang="en-US" dirty="0"/>
              <a:t> of patients with </a:t>
            </a:r>
            <a:r>
              <a:rPr lang="en-US" b="1" dirty="0"/>
              <a:t>Pulmonary</a:t>
            </a:r>
            <a:r>
              <a:rPr lang="en-US" dirty="0"/>
              <a:t> and </a:t>
            </a:r>
            <a:r>
              <a:rPr lang="en-US" b="1" dirty="0"/>
              <a:t>Extrapulmonary</a:t>
            </a:r>
            <a:r>
              <a:rPr lang="en-US" dirty="0"/>
              <a:t> TB.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Test Statistic</a:t>
            </a:r>
            <a:r>
              <a:rPr lang="en-US" dirty="0"/>
              <a:t>: -0.47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p-value</a:t>
            </a:r>
            <a:r>
              <a:rPr lang="en-US" dirty="0"/>
              <a:t>: 0.645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Degrees of Freedom (</a:t>
            </a:r>
            <a:r>
              <a:rPr lang="en-US" b="1" dirty="0" err="1"/>
              <a:t>df</a:t>
            </a:r>
            <a:r>
              <a:rPr lang="en-US" b="1" dirty="0"/>
              <a:t>)</a:t>
            </a:r>
            <a:r>
              <a:rPr lang="en-US" dirty="0"/>
              <a:t>: 18.0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Since the p-value is </a:t>
            </a:r>
            <a:r>
              <a:rPr lang="en-US" b="1" dirty="0">
                <a:solidFill>
                  <a:srgbClr val="C00000"/>
                </a:solidFill>
              </a:rPr>
              <a:t>greater than 0.05</a:t>
            </a:r>
            <a:r>
              <a:rPr lang="en-US" dirty="0">
                <a:solidFill>
                  <a:srgbClr val="C00000"/>
                </a:solidFill>
              </a:rPr>
              <a:t>, we </a:t>
            </a:r>
            <a:r>
              <a:rPr lang="en-US" b="1" dirty="0">
                <a:solidFill>
                  <a:srgbClr val="C00000"/>
                </a:solidFill>
              </a:rPr>
              <a:t>fail to reject the null hypothesis</a:t>
            </a:r>
            <a:r>
              <a:rPr lang="en-US" dirty="0">
                <a:solidFill>
                  <a:srgbClr val="C00000"/>
                </a:solidFill>
              </a:rPr>
              <a:t>. This indicates that there is </a:t>
            </a:r>
            <a:r>
              <a:rPr lang="en-US" b="1" dirty="0">
                <a:solidFill>
                  <a:srgbClr val="C00000"/>
                </a:solidFill>
              </a:rPr>
              <a:t>no statistically significant difference</a:t>
            </a:r>
            <a:r>
              <a:rPr lang="en-US" dirty="0">
                <a:solidFill>
                  <a:srgbClr val="C00000"/>
                </a:solidFill>
              </a:rPr>
              <a:t> in the average age between the two TB types.</a:t>
            </a:r>
          </a:p>
          <a:p>
            <a:r>
              <a:rPr lang="en-US" b="1" dirty="0"/>
              <a:t>Conclusion</a:t>
            </a:r>
            <a:r>
              <a:rPr lang="en-US" dirty="0"/>
              <a:t>: Age does not appear to influence whether a patient has Pulmonary or Extrapulmonary TB in this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19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4C993-BFEC-42C8-AC81-4EC72E39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A569B06-5C08-E14F-FE3D-1BF0AAA5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91341-C7E7-50CC-BC49-B09B69C0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13" y="-120710"/>
            <a:ext cx="6563854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</a:t>
            </a:r>
            <a:r>
              <a:rPr lang="en-US" sz="2800" b="1" dirty="0"/>
              <a:t>Correlation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E8DF3-F284-3E11-916B-2D4656E282D8}"/>
              </a:ext>
            </a:extLst>
          </p:cNvPr>
          <p:cNvSpPr txBox="1"/>
          <p:nvPr/>
        </p:nvSpPr>
        <p:spPr>
          <a:xfrm>
            <a:off x="946404" y="632178"/>
            <a:ext cx="7078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After checking that the data is normally distributed, </a:t>
            </a:r>
          </a:p>
          <a:p>
            <a:pPr algn="ctr"/>
            <a:r>
              <a:rPr lang="en-US" sz="2000" dirty="0">
                <a:solidFill>
                  <a:srgbClr val="0070C0"/>
                </a:solidFill>
              </a:rPr>
              <a:t>performing the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059AC-A539-FC99-90EE-8BEDD4F60AEC}"/>
              </a:ext>
            </a:extLst>
          </p:cNvPr>
          <p:cNvSpPr txBox="1"/>
          <p:nvPr/>
        </p:nvSpPr>
        <p:spPr>
          <a:xfrm>
            <a:off x="22577" y="1464410"/>
            <a:ext cx="84499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Null Hypothesis (H₀):</a:t>
            </a:r>
            <a:br>
              <a:rPr lang="en-US" sz="2000" dirty="0"/>
            </a:br>
            <a:r>
              <a:rPr lang="en-US" sz="2000" dirty="0"/>
              <a:t>There is </a:t>
            </a:r>
            <a:r>
              <a:rPr lang="en-US" sz="2000" b="1" dirty="0"/>
              <a:t>no linear correlation</a:t>
            </a:r>
            <a:r>
              <a:rPr lang="en-US" sz="2000" dirty="0"/>
              <a:t> between a patient’s age and drug dosage.</a:t>
            </a:r>
          </a:p>
          <a:p>
            <a:endParaRPr lang="en-US" sz="2000" dirty="0"/>
          </a:p>
          <a:p>
            <a:r>
              <a:rPr lang="en-US" sz="2000" b="1" dirty="0"/>
              <a:t>Alternative Hypothesis (H₁):</a:t>
            </a:r>
            <a:br>
              <a:rPr lang="en-US" sz="2000" dirty="0"/>
            </a:br>
            <a:r>
              <a:rPr lang="en-US" sz="2000" dirty="0"/>
              <a:t>There is a linear correlation between a patient’s age and drug dosage.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5209F9-7D92-418F-682C-9CB2DF9D6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94625"/>
            <a:ext cx="9169898" cy="2372048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D82042-34B1-B9DB-E148-95DA8663CE2E}"/>
              </a:ext>
            </a:extLst>
          </p:cNvPr>
          <p:cNvSpPr/>
          <p:nvPr/>
        </p:nvSpPr>
        <p:spPr>
          <a:xfrm>
            <a:off x="22577" y="4763911"/>
            <a:ext cx="3635023" cy="10950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76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FBCE5-8B75-7027-BE28-D4FFB68E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1ED1E85-319A-8CE7-C384-988DF0D8E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3383C-3FD1-E511-948F-CA13438A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757" y="0"/>
            <a:ext cx="6383230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</a:t>
            </a:r>
            <a:r>
              <a:rPr lang="en-US" sz="2800" b="1" dirty="0"/>
              <a:t>Correlation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F10F67-403C-E51C-E569-FB572C408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982134"/>
            <a:ext cx="8472486" cy="48993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Correlation Analysis between Age and Drug Dosage</a:t>
            </a:r>
          </a:p>
          <a:p>
            <a:pPr>
              <a:buNone/>
            </a:pPr>
            <a:r>
              <a:rPr lang="en-US" dirty="0"/>
              <a:t>To understand the relationship between patient age and the prescribed drug dosage, a Pearson correlation analysis was conducted after merging patient data with treatment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Correlation Coefficient (r = -0.147)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</a:rPr>
              <a:t>This indicates a </a:t>
            </a:r>
            <a:r>
              <a:rPr lang="en-US" sz="1800" b="1" dirty="0">
                <a:solidFill>
                  <a:srgbClr val="C00000"/>
                </a:solidFill>
              </a:rPr>
              <a:t>weak negative correlation</a:t>
            </a:r>
            <a:r>
              <a:rPr lang="en-US" sz="1800" dirty="0">
                <a:solidFill>
                  <a:srgbClr val="C00000"/>
                </a:solidFill>
              </a:rPr>
              <a:t> between age and drug dosage.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</a:rPr>
              <a:t>As patient age increases, the drug dosage tends to slightly decrease, though the relationship is </a:t>
            </a:r>
            <a:r>
              <a:rPr lang="en-US" sz="1800" b="1" dirty="0">
                <a:solidFill>
                  <a:srgbClr val="C00000"/>
                </a:solidFill>
              </a:rPr>
              <a:t>not strong</a:t>
            </a:r>
            <a:r>
              <a:rPr lang="en-US" sz="1800" dirty="0">
                <a:solidFill>
                  <a:srgbClr val="C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Implication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The weak negative trend may suggest cautious dosing in older patients, possibly due to age-related physiological factors or comorbidities.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However, the low strength of correlation implies </a:t>
            </a:r>
            <a:r>
              <a:rPr lang="en-US" sz="1800" b="1" dirty="0"/>
              <a:t>other factors</a:t>
            </a:r>
            <a:r>
              <a:rPr lang="en-US" sz="1800" dirty="0"/>
              <a:t> likely influence dosage more significantly than age alone.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312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25899-0609-DFCE-DA6B-7D11CBFD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AC35387-2FD6-B337-D040-12FD6ADE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B84D2-FD43-589A-654A-7DC68607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-62173"/>
            <a:ext cx="7215463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Linear Regression</a:t>
            </a:r>
            <a:endParaRPr 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84CA0-5199-DF4E-F9BA-E540B2CD05DB}"/>
              </a:ext>
            </a:extLst>
          </p:cNvPr>
          <p:cNvSpPr txBox="1"/>
          <p:nvPr/>
        </p:nvSpPr>
        <p:spPr>
          <a:xfrm>
            <a:off x="152224" y="882598"/>
            <a:ext cx="84499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Null Hypothesis (H₀):</a:t>
            </a:r>
            <a:br>
              <a:rPr lang="en-US" sz="2000" dirty="0"/>
            </a:br>
            <a:r>
              <a:rPr lang="en-US" sz="2000" dirty="0"/>
              <a:t>None of the predictors (Age or Comorbidities) have a statistically significant relationship with Drug Dosage</a:t>
            </a:r>
          </a:p>
          <a:p>
            <a:endParaRPr lang="en-US" sz="2000" dirty="0"/>
          </a:p>
          <a:p>
            <a:r>
              <a:rPr lang="en-US" sz="2000" b="1" dirty="0"/>
              <a:t>Alternative Hypothesis (H₁):</a:t>
            </a:r>
            <a:br>
              <a:rPr lang="en-US" sz="2000" dirty="0"/>
            </a:br>
            <a:r>
              <a:rPr lang="en-US" sz="2000" dirty="0"/>
              <a:t>At least one predictor has a significant effect on Drug Dosage.</a:t>
            </a:r>
            <a:br>
              <a:rPr lang="en-US" sz="2000" dirty="0"/>
            </a:br>
            <a:r>
              <a:rPr lang="en-US" sz="2000" dirty="0"/>
              <a:t>(At least one regression coefficient ≠ 0)</a:t>
            </a:r>
          </a:p>
          <a:p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763715-E1AD-1E8F-BEDD-C16E5B311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250960"/>
            <a:ext cx="9173925" cy="1851617"/>
          </a:xfrm>
        </p:spPr>
      </p:pic>
    </p:spTree>
    <p:extLst>
      <p:ext uri="{BB962C8B-B14F-4D97-AF65-F5344CB8AC3E}">
        <p14:creationId xmlns:p14="http://schemas.microsoft.com/office/powerpoint/2010/main" val="476245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BA91-9604-A7CF-8BB1-6396B406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9C86568-5B3B-652A-1F80-669BAB025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7469F-447A-667C-576B-A8087207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-62173"/>
            <a:ext cx="7215463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Linear Regression</a:t>
            </a:r>
            <a:endParaRPr lang="en-US" sz="28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FC356B-89ED-953F-4BB5-511013A3C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85321"/>
            <a:ext cx="9143071" cy="553485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1F56E0-D0DC-96D8-8192-4A1D0F3B623B}"/>
              </a:ext>
            </a:extLst>
          </p:cNvPr>
          <p:cNvSpPr txBox="1"/>
          <p:nvPr/>
        </p:nvSpPr>
        <p:spPr>
          <a:xfrm>
            <a:off x="237067" y="835378"/>
            <a:ext cx="197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9E3D66-F24D-536A-0FBB-B60D608E827D}"/>
              </a:ext>
            </a:extLst>
          </p:cNvPr>
          <p:cNvSpPr/>
          <p:nvPr/>
        </p:nvSpPr>
        <p:spPr>
          <a:xfrm>
            <a:off x="3667432" y="2261419"/>
            <a:ext cx="3421626" cy="2753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5C5DB9-113D-212F-B3CD-BE80FD91D8E5}"/>
              </a:ext>
            </a:extLst>
          </p:cNvPr>
          <p:cNvSpPr/>
          <p:nvPr/>
        </p:nvSpPr>
        <p:spPr>
          <a:xfrm>
            <a:off x="6292645" y="3942735"/>
            <a:ext cx="717755" cy="17993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1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E1CF8-4BC4-E9ED-6924-4A182669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D0969C7-8FD9-8AF1-CCCD-4BD42EF94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9610" y="0"/>
            <a:ext cx="5802877" cy="685800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820EC-0ECC-26EA-5ED1-45A8ABAF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51" y="174978"/>
            <a:ext cx="7545986" cy="632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Step 5: Inferential Statistics – </a:t>
            </a:r>
            <a:r>
              <a:rPr lang="en-US" sz="2800" b="1" dirty="0"/>
              <a:t>Linear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CB81D-D433-DA75-C654-E44F3CBAD9F1}"/>
              </a:ext>
            </a:extLst>
          </p:cNvPr>
          <p:cNvSpPr txBox="1"/>
          <p:nvPr/>
        </p:nvSpPr>
        <p:spPr>
          <a:xfrm>
            <a:off x="203200" y="1117600"/>
            <a:ext cx="81392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Result: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F-statistic = 0.4343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p = 0.817</a:t>
            </a:r>
            <a:r>
              <a:rPr lang="en-US" dirty="0">
                <a:solidFill>
                  <a:srgbClr val="C00000"/>
                </a:solidFill>
              </a:rPr>
              <a:t> → </a:t>
            </a:r>
            <a:r>
              <a:rPr lang="en-US" b="1" dirty="0">
                <a:solidFill>
                  <a:srgbClr val="C00000"/>
                </a:solidFill>
              </a:rPr>
              <a:t>Fail to reject H₀</a:t>
            </a:r>
            <a:br>
              <a:rPr lang="en-US" dirty="0"/>
            </a:br>
            <a:r>
              <a:rPr lang="en-US" dirty="0"/>
              <a:t>⇒ The model is </a:t>
            </a:r>
            <a:r>
              <a:rPr lang="en-US" b="1" dirty="0"/>
              <a:t>not statistically significant overall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Individual Predictor Hypotheses (t-tests):</a:t>
            </a:r>
          </a:p>
          <a:p>
            <a:pPr>
              <a:buNone/>
            </a:pPr>
            <a:r>
              <a:rPr lang="en-US" dirty="0"/>
              <a:t>For each variable (e.g., Age, HIV, Hepatitis), we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H₀:</a:t>
            </a:r>
            <a:r>
              <a:rPr lang="en-US" dirty="0"/>
              <a:t> Coefficient = 0 → The predictor does </a:t>
            </a:r>
            <a:r>
              <a:rPr lang="en-US" b="1" dirty="0"/>
              <a:t>not</a:t>
            </a:r>
            <a:r>
              <a:rPr lang="en-US" dirty="0"/>
              <a:t> significantly affect drug dosage.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H₁:</a:t>
            </a:r>
            <a:r>
              <a:rPr lang="en-US" dirty="0"/>
              <a:t> Coefficient ≠ 0 → The predictor </a:t>
            </a:r>
            <a:r>
              <a:rPr lang="en-US" b="1" dirty="0"/>
              <a:t>does</a:t>
            </a:r>
            <a:r>
              <a:rPr lang="en-US" dirty="0"/>
              <a:t> significantly affect drug dosage.</a:t>
            </a:r>
          </a:p>
          <a:p>
            <a:pPr>
              <a:buNone/>
            </a:pPr>
            <a:r>
              <a:rPr lang="en-US" b="1" dirty="0"/>
              <a:t>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p-values &gt; 0.05 (e.g., Age = 0.610, HIV = 0.811,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⇒ </a:t>
            </a:r>
            <a:r>
              <a:rPr lang="en-US" b="1" dirty="0"/>
              <a:t>None of the individual predictors</a:t>
            </a:r>
            <a:r>
              <a:rPr lang="en-US" dirty="0"/>
              <a:t> are statistically significant.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83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3967" y="365760"/>
            <a:ext cx="4498259" cy="1325562"/>
          </a:xfrm>
        </p:spPr>
        <p:txBody>
          <a:bodyPr>
            <a:normAutofit/>
          </a:bodyPr>
          <a:lstStyle/>
          <a:p>
            <a:r>
              <a:rPr lang="en-US"/>
              <a:t>Step 6: Visualizations</a:t>
            </a:r>
          </a:p>
        </p:txBody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89A7C227-3F64-48C3-7B2E-93EF4802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4" r="48297" b="-1"/>
          <a:stretch/>
        </p:blipFill>
        <p:spPr>
          <a:xfrm>
            <a:off x="20" y="10"/>
            <a:ext cx="3489963" cy="6857990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723967" y="2005739"/>
            <a:ext cx="4511678" cy="4174398"/>
          </a:xfrm>
        </p:spPr>
        <p:txBody>
          <a:bodyPr>
            <a:normAutofit/>
          </a:bodyPr>
          <a:lstStyle/>
          <a:p>
            <a:endParaRPr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dirty="0"/>
              <a:t>Pie Chart: Treatment Outcome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Scatter</a:t>
            </a:r>
            <a:r>
              <a:rPr dirty="0"/>
              <a:t> Plot: Age vs </a:t>
            </a:r>
            <a:r>
              <a:rPr lang="en-US" dirty="0"/>
              <a:t>Drug Dose</a:t>
            </a:r>
            <a:endParaRPr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Box Plot</a:t>
            </a:r>
            <a:r>
              <a:rPr dirty="0"/>
              <a:t>: </a:t>
            </a:r>
            <a:r>
              <a:rPr lang="en-US" dirty="0"/>
              <a:t>Minimum &amp; Maximum doses of HRZE</a:t>
            </a:r>
            <a:endParaRPr dirty="0"/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Bar Chart</a:t>
            </a:r>
            <a:r>
              <a:rPr dirty="0"/>
              <a:t>: </a:t>
            </a:r>
            <a:r>
              <a:rPr lang="en-US" dirty="0"/>
              <a:t>Treatment duration based on Co-morbidity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B1B3D-93FB-97DD-FA7F-5DA0BFC4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6F1C-99CF-891E-68B9-05808648F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089"/>
            <a:ext cx="8825948" cy="466555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Step 5: Visualization- 1</a:t>
            </a:r>
            <a:br>
              <a:rPr lang="en-US" sz="2000" dirty="0"/>
            </a:br>
            <a:r>
              <a:rPr lang="en-US" sz="2400" dirty="0"/>
              <a:t>Percentage of Pulmonary vs Extra-Pulmonary TB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396FE-C3BC-4CD3-EC5E-C76F521D80C8}"/>
              </a:ext>
            </a:extLst>
          </p:cNvPr>
          <p:cNvSpPr txBox="1"/>
          <p:nvPr/>
        </p:nvSpPr>
        <p:spPr>
          <a:xfrm>
            <a:off x="834490" y="1286037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CODE: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812D7-770A-9B26-57F2-309EC7B7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95" y="885235"/>
            <a:ext cx="4891722" cy="597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97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C2974-DDB6-F193-5C6E-CFF23496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3874-9801-BCFA-5B89-1CB4B63B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089"/>
            <a:ext cx="8825948" cy="466555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Step 5: Visualization- 2</a:t>
            </a:r>
            <a:br>
              <a:rPr lang="en-US" sz="2000" dirty="0"/>
            </a:br>
            <a:r>
              <a:rPr lang="en-US" sz="2400" dirty="0"/>
              <a:t>Association between Age and Drug Doses for TB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D439B-601F-3E5A-4608-0EEF4C0DC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75" y="727421"/>
            <a:ext cx="6605258" cy="61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09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AF8AF-2B9D-5324-6263-B0244EE7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DF29-41DD-AC76-72B4-C345D83A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089"/>
            <a:ext cx="8825948" cy="466555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Step 5: Visualization- 3</a:t>
            </a:r>
            <a:br>
              <a:rPr lang="en-US" sz="2000" dirty="0"/>
            </a:br>
            <a:r>
              <a:rPr lang="en-US" sz="2400" dirty="0"/>
              <a:t>Minimum &amp; Maximum Doses of HRZE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1BD5B-1919-28AF-3033-943E41569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644"/>
            <a:ext cx="9219974" cy="173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4F6E2-462A-BC24-A6C1-E1F3427D8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622" y="2271170"/>
            <a:ext cx="5915378" cy="458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73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A92CC-7E26-C263-0E6B-00028FD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A881-25F1-D63D-4374-C2E08F31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2133"/>
            <a:ext cx="8825948" cy="466555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Step 5: Visualization- 4</a:t>
            </a:r>
            <a:br>
              <a:rPr lang="en-US" sz="2000" dirty="0"/>
            </a:br>
            <a:r>
              <a:rPr lang="en-US" sz="2000" dirty="0"/>
              <a:t>Treatment Duration based on Comorbidity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32F08-6041-00CF-1496-7BD0937F0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6" y="1956688"/>
            <a:ext cx="8732508" cy="211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23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494F1-4942-1C40-651A-F36500EC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FFA9-09AA-5071-1BC7-50B22B52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641" y="609600"/>
            <a:ext cx="8825948" cy="466555"/>
          </a:xfrm>
        </p:spPr>
        <p:txBody>
          <a:bodyPr>
            <a:noAutofit/>
          </a:bodyPr>
          <a:lstStyle/>
          <a:p>
            <a:pPr algn="ctr"/>
            <a:r>
              <a:rPr lang="en-US" sz="2400" dirty="0"/>
              <a:t>Step 5: Visualization- 4</a:t>
            </a:r>
            <a:br>
              <a:rPr lang="en-US" sz="2000" dirty="0"/>
            </a:br>
            <a:r>
              <a:rPr lang="en-US" sz="2000" dirty="0"/>
              <a:t>Treatment Duration based on Comorbidity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7D001-B4B6-289D-7DD1-354A86B5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21" y="1203470"/>
            <a:ext cx="8123624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42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Used Python to enhance SQL-based healthcare dataset</a:t>
            </a:r>
          </a:p>
          <a:p>
            <a:pPr>
              <a:defRPr sz="1800"/>
            </a:pPr>
            <a:r>
              <a:rPr dirty="0"/>
              <a:t>Extracted actionable insights via visual</a:t>
            </a:r>
            <a:r>
              <a:rPr lang="en-US" dirty="0"/>
              <a:t>, </a:t>
            </a:r>
            <a:r>
              <a:rPr dirty="0"/>
              <a:t>statistical</a:t>
            </a:r>
            <a:r>
              <a:rPr lang="en-US" dirty="0"/>
              <a:t>- descriptive and inferential</a:t>
            </a:r>
            <a:r>
              <a:rPr dirty="0"/>
              <a:t>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1670</TotalTime>
  <Words>1470</Words>
  <Application>Microsoft Office PowerPoint</Application>
  <PresentationFormat>On-screen Show (4:3)</PresentationFormat>
  <Paragraphs>176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Century Schoolbook</vt:lpstr>
      <vt:lpstr>Wingdings 2</vt:lpstr>
      <vt:lpstr>View</vt:lpstr>
      <vt:lpstr>Python Data Analysis Project: TB-DOTS Program</vt:lpstr>
      <vt:lpstr>Step1: Introduction</vt:lpstr>
      <vt:lpstr>Step 1: contd. Dataset Overview</vt:lpstr>
      <vt:lpstr>Step 2: Read and Clean Data</vt:lpstr>
      <vt:lpstr>Table 1: Patient – Raw Data</vt:lpstr>
      <vt:lpstr>Table 1: Patient  - Cleaned</vt:lpstr>
      <vt:lpstr>Step 2: Read and Clean Data</vt:lpstr>
      <vt:lpstr>Table 2: Diagnosis  -Raw Data</vt:lpstr>
      <vt:lpstr>Table 2: Diagnosis  -Cleaned</vt:lpstr>
      <vt:lpstr>Step 2: Read and Clean Data</vt:lpstr>
      <vt:lpstr>Table 3: Treatment -Raw Data  It has no duplicates  and  missing  values</vt:lpstr>
      <vt:lpstr>Table 3: Treatment -Cleaned</vt:lpstr>
      <vt:lpstr>Step 2: Read and Clean Data</vt:lpstr>
      <vt:lpstr>Table 4: Outcome -Raw Data  It has no duplicates  and  missing  values</vt:lpstr>
      <vt:lpstr>Table 4: Outcome -Cleaned</vt:lpstr>
      <vt:lpstr>Step 3: Data Manipulation</vt:lpstr>
      <vt:lpstr>Step 3:    </vt:lpstr>
      <vt:lpstr>PowerPoint Presentation</vt:lpstr>
      <vt:lpstr>Step 3:    </vt:lpstr>
      <vt:lpstr>   </vt:lpstr>
      <vt:lpstr>Step 3:    </vt:lpstr>
      <vt:lpstr>Step 3:    </vt:lpstr>
      <vt:lpstr>Step 3:      </vt:lpstr>
      <vt:lpstr>Step 3:      </vt:lpstr>
      <vt:lpstr>Step 3:      </vt:lpstr>
      <vt:lpstr>Step 3:      </vt:lpstr>
      <vt:lpstr>Step 4: OBJECTIVES  Statistical Reports Generated for-</vt:lpstr>
      <vt:lpstr>Step 4:  1. Percentage of Pulmonary vs Extra-Pulmonary TB</vt:lpstr>
      <vt:lpstr>Step 4:  2. Mean Drug Dosage for each Drug Resistance Category</vt:lpstr>
      <vt:lpstr>Step 4:  3. Understanding State-wise treatment outcomes</vt:lpstr>
      <vt:lpstr>Step 4:  5. Maximum Drug Dose for medication  - HRZE </vt:lpstr>
      <vt:lpstr>Step 5:  Inferential Statistics</vt:lpstr>
      <vt:lpstr>Step 5: Inferential Statistics</vt:lpstr>
      <vt:lpstr>Step 5: Inferential Statistics – T-TEST</vt:lpstr>
      <vt:lpstr>Step 5: Inferential Statistics – T-TEST</vt:lpstr>
      <vt:lpstr>Step 5: Inferential Statistics – Correlation</vt:lpstr>
      <vt:lpstr>Step 5: Inferential Statistics – Correlation</vt:lpstr>
      <vt:lpstr>Step 5: Inferential Statistics – Linear Regression</vt:lpstr>
      <vt:lpstr>Step 5: Inferential Statistics – Linear Regression</vt:lpstr>
      <vt:lpstr>Step 5: Inferential Statistics – Linear Regression</vt:lpstr>
      <vt:lpstr>Step 6: Visualizations</vt:lpstr>
      <vt:lpstr>Step 5: Visualization- 1 Percentage of Pulmonary vs Extra-Pulmonary TB</vt:lpstr>
      <vt:lpstr>Step 5: Visualization- 2 Association between Age and Drug Doses for TB</vt:lpstr>
      <vt:lpstr>Step 5: Visualization- 3 Minimum &amp; Maximum Doses of HRZE</vt:lpstr>
      <vt:lpstr>Step 5: Visualization- 4 Treatment Duration based on Comorbidity</vt:lpstr>
      <vt:lpstr>Step 5: Visualization- 4 Treatment Duration based on Comorbidity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Karishma Parekh</dc:creator>
  <cp:keywords/>
  <dc:description>generated using python-pptx</dc:description>
  <cp:lastModifiedBy>Karishma Daxesh Parekh</cp:lastModifiedBy>
  <cp:revision>13</cp:revision>
  <dcterms:created xsi:type="dcterms:W3CDTF">2013-01-27T09:14:16Z</dcterms:created>
  <dcterms:modified xsi:type="dcterms:W3CDTF">2025-05-01T02:24:11Z</dcterms:modified>
  <cp:category/>
</cp:coreProperties>
</file>